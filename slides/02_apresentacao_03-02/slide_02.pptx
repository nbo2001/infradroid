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>
        <p:scale>
          <a:sx n="75" d="100"/>
          <a:sy n="75" d="100"/>
        </p:scale>
        <p:origin x="201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8062C-FEB1-D61E-E0DB-78EF35C89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649B95-9A45-484F-57B1-08EAD0A9C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0022FA-1D93-ACB4-19D3-0510D4BC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58F4-354F-4B2E-A471-961B6743BD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DE2370-8589-5C89-93BD-056710778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09C44C-07AC-E278-3F7B-58583EF4A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171D-608C-41E8-845B-45911E8A4C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44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75C52-AA9A-2159-C1AE-8CE1FC9B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989875-5E21-802B-FA9C-225E83D6E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594CD5-1510-A637-43F7-D57F736D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58F4-354F-4B2E-A471-961B6743BD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935DD1-EF1A-3A9A-7D6C-352D0D87C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556CD5-F87A-F621-8191-C2E0B15C7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171D-608C-41E8-845B-45911E8A4C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1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37685-318D-5D5D-323D-54A0884C7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9A7776-0480-3A2D-7AF2-5174D2810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2D02C6-7577-E5E9-E68B-BAD08920D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58F4-354F-4B2E-A471-961B6743BD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5C9E08-31FB-BF6E-1EE7-2E4CF764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2F5704-4566-34C6-F885-5B8FCE74F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171D-608C-41E8-845B-45911E8A4C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5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D9AA5-7E30-97F6-F141-B93CBFB8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0F280A-8BE1-A2EF-2A69-78435CDFA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02035E-555F-FC2E-2E04-BEDDC0A46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6EC155-C076-2CB2-1965-9E2F4D35A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58F4-354F-4B2E-A471-961B6743BD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C56BF0-1ADF-B053-0A04-89B29A857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6F7B33-0BE2-8E9E-EF2E-C85AD359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171D-608C-41E8-845B-45911E8A4C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42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42BE1-EC72-2D69-FC40-89D659A8C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0C09B7-3DAC-C685-BF95-1B7A9E9EF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1AC805-8687-BB28-8367-E84D11818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292842E-84FC-43A1-C4D9-FB1AFD6EFA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9DCA9C-ABCD-ED4C-176B-65818F4403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F8573C-0C3F-0CA6-B226-3D0C855B6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58F4-354F-4B2E-A471-961B6743BD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3792519-EBB5-8854-F655-4F296599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9DA2FD6-430B-2D77-489F-B0EA201F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171D-608C-41E8-845B-45911E8A4C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3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C2AAE-99DF-DA3B-3274-869F1131A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3A5686-6AEB-9FA0-BF92-D42FAE075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58F4-354F-4B2E-A471-961B6743BD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86CE9E7-5FC8-AC4B-C333-1BE45778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24C9D44-018F-D1E2-AEA9-6C80F288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171D-608C-41E8-845B-45911E8A4C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83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B1FCF06-730E-1303-4991-25F87DE3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58F4-354F-4B2E-A471-961B6743BD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DA85E0A-20A5-C8CB-0091-09E16FE4A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8ABD60-0FB9-562C-95A6-89913FAE8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171D-608C-41E8-845B-45911E8A4C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46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B7A62-A0BE-378C-1CED-25E705F8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940DB1-84AC-21CB-3881-DB274C26A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CAED8D-8E15-1893-4777-7B0E5575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71064B-4090-FDF7-05D3-8648AD40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58F4-354F-4B2E-A471-961B6743BD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EB1725-9998-545E-5601-C11F5EFD0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9CD815-1C13-23F2-B654-618600F60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171D-608C-41E8-845B-45911E8A4C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1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DCCF4-3EDA-DCEA-2D45-9739B0F1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BB35E6E-89E5-2908-6575-BDCF120F9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D3A366-E6FB-4750-9221-AF4DAE3BC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035A2C-2576-6025-E4D2-60D5DBC3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58F4-354F-4B2E-A471-961B6743BD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C05559-D8A5-8EAF-189C-47AD479F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EFBB84-6144-2C06-881F-EAFFC9727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171D-608C-41E8-845B-45911E8A4C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4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F4C3B-0727-E5A8-AAA0-1806BC0B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52D0A9-0D2A-65AF-D2C4-DE170843B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1AA8D-1374-CF78-E0AC-8AAC60620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58F4-354F-4B2E-A471-961B6743BD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8F221F-1F1A-6C68-1B32-5E5F88ECE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39C66F-4903-C645-2897-997BAAA1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171D-608C-41E8-845B-45911E8A4C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3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95E36A-3981-8367-5D73-F923FED12E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BAF48C-416B-7A3A-E32B-4D60D9358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5B892E-9465-04C3-A797-903506D65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58F4-354F-4B2E-A471-961B6743BD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8621DF-190F-685D-A6B7-E5F87404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EC9D6A-3986-C648-21EC-E065CEB1A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171D-608C-41E8-845B-45911E8A4C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45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1FC6ED1-F595-8FDB-EF93-711A03F4E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3D5213-012D-198A-63E2-E4668F989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46B5A7-EC52-BC3B-D15C-4AF6684AE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158F4-354F-4B2E-A471-961B6743BD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534819-C30C-FCE5-051D-C3B0E672C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B5A7F9-B7D3-85A6-8164-446F7500B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2171D-608C-41E8-845B-45911E8A4C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2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5FB562E6-9877-8264-BABD-B03358E97971}"/>
              </a:ext>
            </a:extLst>
          </p:cNvPr>
          <p:cNvSpPr/>
          <p:nvPr/>
        </p:nvSpPr>
        <p:spPr>
          <a:xfrm>
            <a:off x="-104775" y="-95250"/>
            <a:ext cx="12401550" cy="69532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79FE40E-1361-3747-6077-8C2F91E67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100" y="1664494"/>
            <a:ext cx="6273801" cy="352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F0AAE9F-3EBA-47F0-8B0D-471E4E8EA210}"/>
              </a:ext>
            </a:extLst>
          </p:cNvPr>
          <p:cNvSpPr/>
          <p:nvPr/>
        </p:nvSpPr>
        <p:spPr>
          <a:xfrm>
            <a:off x="-104775" y="-95250"/>
            <a:ext cx="12401550" cy="69532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10F10BF-B88E-B0B9-E593-70815F72469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051" y="0"/>
            <a:ext cx="10375899" cy="57912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6B2E32C-DF52-594A-5D8F-E28D9E1AF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299" y="5791200"/>
            <a:ext cx="321940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09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84B22FD0-C107-71F2-3863-3BCCF5D27EED}"/>
              </a:ext>
            </a:extLst>
          </p:cNvPr>
          <p:cNvGrpSpPr/>
          <p:nvPr/>
        </p:nvGrpSpPr>
        <p:grpSpPr>
          <a:xfrm>
            <a:off x="1037000" y="1792191"/>
            <a:ext cx="10118000" cy="3628007"/>
            <a:chOff x="1037000" y="1792191"/>
            <a:chExt cx="10118000" cy="3628007"/>
          </a:xfrm>
        </p:grpSpPr>
        <p:pic>
          <p:nvPicPr>
            <p:cNvPr id="5" name="Google Shape;66;p2">
              <a:extLst>
                <a:ext uri="{FF2B5EF4-FFF2-40B4-BE49-F238E27FC236}">
                  <a16:creationId xmlns:a16="http://schemas.microsoft.com/office/drawing/2014/main" id="{924EA9D4-4DEE-F7F7-A53A-70A78AFB59EB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9397737" y="1792191"/>
              <a:ext cx="1757128" cy="265373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6" name="Google Shape;67;p2">
              <a:extLst>
                <a:ext uri="{FF2B5EF4-FFF2-40B4-BE49-F238E27FC236}">
                  <a16:creationId xmlns:a16="http://schemas.microsoft.com/office/drawing/2014/main" id="{1DE3959F-CCED-3584-D626-899604FB4DA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638" t="1996" r="3119" b="2492"/>
            <a:stretch/>
          </p:blipFill>
          <p:spPr>
            <a:xfrm>
              <a:off x="1037000" y="1796429"/>
              <a:ext cx="1757263" cy="264526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7" name="Google Shape;70;p2" descr="Tela de celular com foto de homem e texto&#10;&#10;O conteúdo gerado por IA pode estar incorreto.">
              <a:extLst>
                <a:ext uri="{FF2B5EF4-FFF2-40B4-BE49-F238E27FC236}">
                  <a16:creationId xmlns:a16="http://schemas.microsoft.com/office/drawing/2014/main" id="{CF39C72C-2DBF-F854-95ED-FD66D706E77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6795" t="4154" r="3429" b="2701"/>
            <a:stretch/>
          </p:blipFill>
          <p:spPr>
            <a:xfrm>
              <a:off x="7307576" y="1804275"/>
              <a:ext cx="1757156" cy="262956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9" name="Google Shape;72;p2" descr="Interface gráfica do usuário, Texto, Aplicativo&#10;&#10;O conteúdo gerado por IA pode estar incorreto.">
              <a:extLst>
                <a:ext uri="{FF2B5EF4-FFF2-40B4-BE49-F238E27FC236}">
                  <a16:creationId xmlns:a16="http://schemas.microsoft.com/office/drawing/2014/main" id="{3CC89509-6FB9-8224-9965-6A83C631206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4958" t="2436" r="2705" b="3490"/>
            <a:stretch/>
          </p:blipFill>
          <p:spPr>
            <a:xfrm>
              <a:off x="3127266" y="1793453"/>
              <a:ext cx="1757149" cy="265121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0" name="Google Shape;73;p2" descr="Interface gráfica do usuário, Texto, Aplicativo&#10;&#10;O conteúdo gerado por IA pode estar incorreto.">
              <a:extLst>
                <a:ext uri="{FF2B5EF4-FFF2-40B4-BE49-F238E27FC236}">
                  <a16:creationId xmlns:a16="http://schemas.microsoft.com/office/drawing/2014/main" id="{D364BA3D-AA30-A1BF-1F23-1B54F5956C4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5726" t="1116" r="2056" b="2590"/>
            <a:stretch/>
          </p:blipFill>
          <p:spPr>
            <a:xfrm>
              <a:off x="5217417" y="1795392"/>
              <a:ext cx="1757156" cy="264733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1" name="Google Shape;74;p2">
              <a:extLst>
                <a:ext uri="{FF2B5EF4-FFF2-40B4-BE49-F238E27FC236}">
                  <a16:creationId xmlns:a16="http://schemas.microsoft.com/office/drawing/2014/main" id="{BFF0B7DD-BB0C-57B3-54A0-0F66A780440C}"/>
                </a:ext>
              </a:extLst>
            </p:cNvPr>
            <p:cNvSpPr txBox="1"/>
            <p:nvPr/>
          </p:nvSpPr>
          <p:spPr>
            <a:xfrm>
              <a:off x="7307576" y="4600389"/>
              <a:ext cx="1757263" cy="819809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900" tIns="85900" rIns="85900" bIns="859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buntu" panose="020B0504030602030204" pitchFamily="34" charset="0"/>
                </a:rPr>
                <a:t>Engenheiro de Hardware e Firmware (ESP32)</a:t>
              </a:r>
              <a:endParaRPr sz="140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endParaRPr>
            </a:p>
          </p:txBody>
        </p:sp>
        <p:sp>
          <p:nvSpPr>
            <p:cNvPr id="12" name="Google Shape;75;p2">
              <a:extLst>
                <a:ext uri="{FF2B5EF4-FFF2-40B4-BE49-F238E27FC236}">
                  <a16:creationId xmlns:a16="http://schemas.microsoft.com/office/drawing/2014/main" id="{9D7F622B-F0B5-30BD-BCDD-66FA00B0A8E7}"/>
                </a:ext>
              </a:extLst>
            </p:cNvPr>
            <p:cNvSpPr txBox="1"/>
            <p:nvPr/>
          </p:nvSpPr>
          <p:spPr>
            <a:xfrm>
              <a:off x="9397737" y="4600386"/>
              <a:ext cx="1757263" cy="604365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900" tIns="85900" rIns="85900" bIns="859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buntu" panose="020B0504030602030204" pitchFamily="34" charset="0"/>
                </a:rPr>
                <a:t>Engenheiro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Ubuntu" panose="020B0504030602030204" pitchFamily="34" charset="0"/>
                </a:rPr>
                <a:t> de Kernel</a:t>
              </a:r>
              <a:endParaRPr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endParaRPr>
            </a:p>
          </p:txBody>
        </p:sp>
        <p:sp>
          <p:nvSpPr>
            <p:cNvPr id="13" name="Google Shape;76;p2">
              <a:extLst>
                <a:ext uri="{FF2B5EF4-FFF2-40B4-BE49-F238E27FC236}">
                  <a16:creationId xmlns:a16="http://schemas.microsoft.com/office/drawing/2014/main" id="{EA3A6042-FB45-EF7B-04AA-8B29651B7BE0}"/>
                </a:ext>
              </a:extLst>
            </p:cNvPr>
            <p:cNvSpPr txBox="1"/>
            <p:nvPr/>
          </p:nvSpPr>
          <p:spPr>
            <a:xfrm>
              <a:off x="1052117" y="4579387"/>
              <a:ext cx="1742136" cy="819809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900" tIns="85900" rIns="85900" bIns="859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buntu" panose="020B0504030602030204" pitchFamily="34" charset="0"/>
                </a:rPr>
                <a:t>Engenheiro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Ubuntu" panose="020B0504030602030204" pitchFamily="34" charset="0"/>
                </a:rPr>
                <a:t> de HAL (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buntu" panose="020B0504030602030204" pitchFamily="34" charset="0"/>
                </a:rPr>
                <a:t>Implementação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Ubuntu" panose="020B0504030602030204" pitchFamily="34" charset="0"/>
                </a:rPr>
                <a:t>)</a:t>
              </a:r>
              <a:endParaRPr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endParaRPr>
            </a:p>
          </p:txBody>
        </p:sp>
        <p:sp>
          <p:nvSpPr>
            <p:cNvPr id="14" name="Google Shape;77;p2">
              <a:extLst>
                <a:ext uri="{FF2B5EF4-FFF2-40B4-BE49-F238E27FC236}">
                  <a16:creationId xmlns:a16="http://schemas.microsoft.com/office/drawing/2014/main" id="{5379B1CB-A574-AA79-9CF3-C99CB4FDB3A5}"/>
                </a:ext>
              </a:extLst>
            </p:cNvPr>
            <p:cNvSpPr txBox="1"/>
            <p:nvPr/>
          </p:nvSpPr>
          <p:spPr>
            <a:xfrm>
              <a:off x="5239985" y="4579387"/>
              <a:ext cx="1757263" cy="819809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900" tIns="85900" rIns="85900" bIns="859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buntu" panose="020B0504030602030204" pitchFamily="34" charset="0"/>
                </a:rPr>
                <a:t>Engenheiro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Ubuntu" panose="020B0504030602030204" pitchFamily="34" charset="0"/>
                </a:rPr>
                <a:t> de Framework e Pesquisa</a:t>
              </a:r>
              <a:endParaRPr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endParaRPr>
            </a:p>
          </p:txBody>
        </p:sp>
        <p:sp>
          <p:nvSpPr>
            <p:cNvPr id="15" name="Google Shape;78;p2">
              <a:extLst>
                <a:ext uri="{FF2B5EF4-FFF2-40B4-BE49-F238E27FC236}">
                  <a16:creationId xmlns:a16="http://schemas.microsoft.com/office/drawing/2014/main" id="{119831CE-0B20-AA59-0C84-7F844EFF7A86}"/>
                </a:ext>
              </a:extLst>
            </p:cNvPr>
            <p:cNvSpPr txBox="1"/>
            <p:nvPr/>
          </p:nvSpPr>
          <p:spPr>
            <a:xfrm>
              <a:off x="3127152" y="4579387"/>
              <a:ext cx="1757263" cy="819809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900" tIns="85900" rIns="85900" bIns="859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buntu" panose="020B0504030602030204" pitchFamily="34" charset="0"/>
                </a:rPr>
                <a:t>Engenheiro de Aplicação e Integração</a:t>
              </a:r>
              <a:endParaRPr sz="140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endParaRPr>
            </a:p>
          </p:txBody>
        </p:sp>
      </p:grpSp>
      <p:sp>
        <p:nvSpPr>
          <p:cNvPr id="17" name="Retângulo 16">
            <a:extLst>
              <a:ext uri="{FF2B5EF4-FFF2-40B4-BE49-F238E27FC236}">
                <a16:creationId xmlns:a16="http://schemas.microsoft.com/office/drawing/2014/main" id="{2F27116E-5F81-BCBF-E044-4610C3639D85}"/>
              </a:ext>
            </a:extLst>
          </p:cNvPr>
          <p:cNvSpPr/>
          <p:nvPr/>
        </p:nvSpPr>
        <p:spPr>
          <a:xfrm>
            <a:off x="-159658" y="1186499"/>
            <a:ext cx="6094113" cy="923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745935D-ED5F-BB06-A4EA-6B41FBF934BF}"/>
              </a:ext>
            </a:extLst>
          </p:cNvPr>
          <p:cNvSpPr txBox="1"/>
          <p:nvPr/>
        </p:nvSpPr>
        <p:spPr>
          <a:xfrm>
            <a:off x="753173" y="396593"/>
            <a:ext cx="622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Ubuntu Medium" panose="020B0604030602030204" pitchFamily="34" charset="0"/>
              </a:rPr>
              <a:t>Integrantes | Equipe 5</a:t>
            </a:r>
          </a:p>
        </p:txBody>
      </p:sp>
    </p:spTree>
    <p:extLst>
      <p:ext uri="{BB962C8B-B14F-4D97-AF65-F5344CB8AC3E}">
        <p14:creationId xmlns:p14="http://schemas.microsoft.com/office/powerpoint/2010/main" val="255429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1582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31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Ubuntu</vt:lpstr>
      <vt:lpstr>Ubuntu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Ayrton Araújo</dc:creator>
  <cp:lastModifiedBy>Ayrton Araújo</cp:lastModifiedBy>
  <cp:revision>32</cp:revision>
  <dcterms:created xsi:type="dcterms:W3CDTF">2026-01-28T16:52:50Z</dcterms:created>
  <dcterms:modified xsi:type="dcterms:W3CDTF">2026-01-29T23:55:42Z</dcterms:modified>
</cp:coreProperties>
</file>