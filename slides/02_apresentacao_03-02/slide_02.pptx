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48062C-FEB1-D61E-E0DB-78EF35C89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649B95-9A45-484F-57B1-08EAD0A9C2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0022FA-1D93-ACB4-19D3-0510D4BC4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DE2370-8589-5C89-93BD-056710778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09C44C-07AC-E278-3F7B-58583EF4A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644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F75C52-AA9A-2159-C1AE-8CE1FC9B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989875-5E21-802B-FA9C-225E83D6E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594CD5-1510-A637-43F7-D57F736D3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6935DD1-EF1A-3A9A-7D6C-352D0D87C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1556CD5-F87A-F621-8191-C2E0B15C7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31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F37685-318D-5D5D-323D-54A0884C7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19A7776-0480-3A2D-7AF2-5174D28100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52D02C6-7577-E5E9-E68B-BAD08920D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5C9E08-31FB-BF6E-1EE7-2E4CF764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2F5704-4566-34C6-F885-5B8FCE74F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854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ED9AA5-7E30-97F6-F141-B93CBFB8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0F280A-8BE1-A2EF-2A69-78435CDFA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702035E-555F-FC2E-2E04-BEDDC0A46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B6EC155-C076-2CB2-1965-9E2F4D35A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9C56BF0-1ADF-B053-0A04-89B29A857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36F7B33-0BE2-8E9E-EF2E-C85AD359E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842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A42BE1-EC72-2D69-FC40-89D659A8C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A0C09B7-3DAC-C685-BF95-1B7A9E9EF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1AC805-8687-BB28-8367-E84D11818C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292842E-84FC-43A1-C4D9-FB1AFD6EFA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19DCA9C-ABCD-ED4C-176B-65818F4403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8F8573C-0C3F-0CA6-B226-3D0C855B6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83792519-EBB5-8854-F655-4F2965999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9DA2FD6-430B-2D77-489F-B0EA201FB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23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8C2AAE-99DF-DA3B-3274-869F1131A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33A5686-6AEB-9FA0-BF92-D42FAE075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86CE9E7-5FC8-AC4B-C333-1BE45778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24C9D44-018F-D1E2-AEA9-6C80F288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183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B1FCF06-730E-1303-4991-25F87DE3F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DA85E0A-20A5-C8CB-0091-09E16FE4A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A8ABD60-0FB9-562C-95A6-89913FAE8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446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8B7A62-A0BE-378C-1CED-25E705F85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940DB1-84AC-21CB-3881-DB274C26A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5CAED8D-8E15-1893-4777-7B0E55757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971064B-4090-FDF7-05D3-8648AD40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EB1725-9998-545E-5601-C11F5EFD0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49CD815-1C13-23F2-B654-618600F60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412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DCCF4-3EDA-DCEA-2D45-9739B0F1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B35E6E-89E5-2908-6575-BDCF120F94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FD3A366-E6FB-4750-9221-AF4DAE3BC3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A035A2C-2576-6025-E4D2-60D5DBC3C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BC05559-D8A5-8EAF-189C-47AD479FE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3EFBB84-6144-2C06-881F-EAFFC9727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046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F4C3B-0727-E5A8-AAA0-1806BC0B5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D52D0A9-0D2A-65AF-D2C4-DE170843BA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6F1AA8D-1374-CF78-E0AC-8AAC60620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8F221F-1F1A-6C68-1B32-5E5F88ECE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D39C66F-4903-C645-2897-997BAAA13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537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95E36A-3981-8367-5D73-F923FED12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4BAF48C-416B-7A3A-E32B-4D60D9358D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5B892E-9465-04C3-A797-903506D65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8621DF-190F-685D-A6B7-E5F874048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EC9D6A-3986-C648-21EC-E065CEB1A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45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C1FC6ED1-F595-8FDB-EF93-711A03F4E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53D5213-012D-198A-63E2-E4668F989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546B5A7-EC52-BC3B-D15C-4AF6684AE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A158F4-354F-4B2E-A471-961B6743BD7D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7534819-C30C-FCE5-051D-C3B0E672C9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AB5A7F9-B7D3-85A6-8164-446F7500B2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82171D-608C-41E8-845B-45911E8A4CD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620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D10F10BF-B88E-B0B9-E593-70815F7246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1489" y="-108203"/>
            <a:ext cx="12674979" cy="707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209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429316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Ayrton Araújo</dc:creator>
  <cp:lastModifiedBy>Ayrton Araújo</cp:lastModifiedBy>
  <cp:revision>2</cp:revision>
  <dcterms:created xsi:type="dcterms:W3CDTF">2026-01-28T16:52:50Z</dcterms:created>
  <dcterms:modified xsi:type="dcterms:W3CDTF">2026-01-28T16:56:52Z</dcterms:modified>
</cp:coreProperties>
</file>