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56" r:id="rId3"/>
    <p:sldId id="265" r:id="rId4"/>
    <p:sldId id="257" r:id="rId5"/>
    <p:sldId id="258" r:id="rId6"/>
    <p:sldId id="262" r:id="rId7"/>
    <p:sldId id="261" r:id="rId8"/>
    <p:sldId id="266" r:id="rId9"/>
    <p:sldId id="263" r:id="rId10"/>
    <p:sldId id="267" r:id="rId11"/>
    <p:sldId id="268" r:id="rId12"/>
    <p:sldId id="269" r:id="rId13"/>
    <p:sldId id="270" r:id="rId14"/>
    <p:sldId id="271" r:id="rId15"/>
    <p:sldId id="273" r:id="rId16"/>
    <p:sldId id="274" r:id="rId17"/>
  </p:sldIdLst>
  <p:sldSz cx="12192000" cy="6858000"/>
  <p:notesSz cx="6858000" cy="9144000"/>
  <p:embeddedFontLst>
    <p:embeddedFont>
      <p:font typeface="Consolas" panose="020B0609020204030204" pitchFamily="49" charset="0"/>
      <p:regular r:id="rId18"/>
      <p:bold r:id="rId19"/>
      <p:italic r:id="rId20"/>
      <p:boldItalic r:id="rId21"/>
    </p:embeddedFont>
    <p:embeddedFont>
      <p:font typeface="Ubuntu" panose="020B0504030602030204"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B5B"/>
    <a:srgbClr val="FFBDBD"/>
    <a:srgbClr val="BC5686"/>
    <a:srgbClr val="BC71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Ênfase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88" autoAdjust="0"/>
    <p:restoredTop sz="93099" autoAdjust="0"/>
  </p:normalViewPr>
  <p:slideViewPr>
    <p:cSldViewPr snapToGrid="0">
      <p:cViewPr varScale="1">
        <p:scale>
          <a:sx n="103" d="100"/>
          <a:sy n="103" d="100"/>
        </p:scale>
        <p:origin x="114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48062C-FEB1-D61E-E0DB-78EF35C89EB1}"/>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a:p>
        </p:txBody>
      </p:sp>
      <p:sp>
        <p:nvSpPr>
          <p:cNvPr id="3" name="Subtítulo 2">
            <a:extLst>
              <a:ext uri="{FF2B5EF4-FFF2-40B4-BE49-F238E27FC236}">
                <a16:creationId xmlns:a16="http://schemas.microsoft.com/office/drawing/2014/main" id="{E2649B95-9A45-484F-57B1-08EAD0A9C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a:p>
        </p:txBody>
      </p:sp>
      <p:sp>
        <p:nvSpPr>
          <p:cNvPr id="4" name="Espaço Reservado para Data 3">
            <a:extLst>
              <a:ext uri="{FF2B5EF4-FFF2-40B4-BE49-F238E27FC236}">
                <a16:creationId xmlns:a16="http://schemas.microsoft.com/office/drawing/2014/main" id="{040022FA-1D93-ACB4-19D3-0510D4BC4C24}"/>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5" name="Espaço Reservado para Rodapé 4">
            <a:extLst>
              <a:ext uri="{FF2B5EF4-FFF2-40B4-BE49-F238E27FC236}">
                <a16:creationId xmlns:a16="http://schemas.microsoft.com/office/drawing/2014/main" id="{0EDE2370-8589-5C89-93BD-056710778F49}"/>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4409C44C-07AC-E278-3F7B-58583EF4AD51}"/>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2246644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75C52-AA9A-2159-C1AE-8CE1FC9BA9D1}"/>
              </a:ext>
            </a:extLst>
          </p:cNvPr>
          <p:cNvSpPr>
            <a:spLocks noGrp="1"/>
          </p:cNvSpPr>
          <p:nvPr>
            <p:ph type="title"/>
          </p:nvPr>
        </p:nvSpPr>
        <p:spPr/>
        <p:txBody>
          <a:body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A3989875-5E21-802B-FA9C-225E83D6E3F9}"/>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97594CD5-1510-A637-43F7-D57F736D3874}"/>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5" name="Espaço Reservado para Rodapé 4">
            <a:extLst>
              <a:ext uri="{FF2B5EF4-FFF2-40B4-BE49-F238E27FC236}">
                <a16:creationId xmlns:a16="http://schemas.microsoft.com/office/drawing/2014/main" id="{36935DD1-EF1A-3A9A-7D6C-352D0D87C201}"/>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D1556CD5-F87A-F621-8191-C2E0B15C7DBC}"/>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582131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37685-318D-5D5D-323D-54A0884C7B8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219A7776-0480-3A2D-7AF2-5174D28100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C52D02C6-7577-E5E9-E68B-BAD08920DCCC}"/>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5" name="Espaço Reservado para Rodapé 4">
            <a:extLst>
              <a:ext uri="{FF2B5EF4-FFF2-40B4-BE49-F238E27FC236}">
                <a16:creationId xmlns:a16="http://schemas.microsoft.com/office/drawing/2014/main" id="{165C9E08-31FB-BF6E-1EE7-2E4CF764C777}"/>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952F5704-4566-34C6-F885-5B8FCE74F913}"/>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3722854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ED9AA5-7E30-97F6-F141-B93CBFB80944}"/>
              </a:ext>
            </a:extLst>
          </p:cNvPr>
          <p:cNvSpPr>
            <a:spLocks noGrp="1"/>
          </p:cNvSpPr>
          <p:nvPr>
            <p:ph type="title"/>
          </p:nvPr>
        </p:nvSpPr>
        <p:spPr/>
        <p:txBody>
          <a:body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1C0F280A-8BE1-A2EF-2A69-78435CDFA38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a:extLst>
              <a:ext uri="{FF2B5EF4-FFF2-40B4-BE49-F238E27FC236}">
                <a16:creationId xmlns:a16="http://schemas.microsoft.com/office/drawing/2014/main" id="{1702035E-555F-FC2E-2E04-BEDDC0A46C8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a:extLst>
              <a:ext uri="{FF2B5EF4-FFF2-40B4-BE49-F238E27FC236}">
                <a16:creationId xmlns:a16="http://schemas.microsoft.com/office/drawing/2014/main" id="{FB6EC155-C076-2CB2-1965-9E2F4D35AFE8}"/>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6" name="Espaço Reservado para Rodapé 5">
            <a:extLst>
              <a:ext uri="{FF2B5EF4-FFF2-40B4-BE49-F238E27FC236}">
                <a16:creationId xmlns:a16="http://schemas.microsoft.com/office/drawing/2014/main" id="{69C56BF0-1ADF-B053-0A04-89B29A857AA9}"/>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A36F7B33-0BE2-8E9E-EF2E-C85AD359EEA7}"/>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2028842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A42BE1-EC72-2D69-FC40-89D659A8C47A}"/>
              </a:ext>
            </a:extLst>
          </p:cNvPr>
          <p:cNvSpPr>
            <a:spLocks noGrp="1"/>
          </p:cNvSpPr>
          <p:nvPr>
            <p:ph type="title"/>
          </p:nvPr>
        </p:nvSpPr>
        <p:spPr>
          <a:xfrm>
            <a:off x="839788" y="365125"/>
            <a:ext cx="10515600" cy="1325563"/>
          </a:xfrm>
        </p:spPr>
        <p:txBody>
          <a:body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8A0C09B7-3DAC-C685-BF95-1B7A9E9EFB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CC1AC805-8687-BB28-8367-E84D11818C3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a:extLst>
              <a:ext uri="{FF2B5EF4-FFF2-40B4-BE49-F238E27FC236}">
                <a16:creationId xmlns:a16="http://schemas.microsoft.com/office/drawing/2014/main" id="{A292842E-84FC-43A1-C4D9-FB1AFD6EFA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19DCA9C-ABCD-ED4C-176B-65818F4403EE}"/>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a:extLst>
              <a:ext uri="{FF2B5EF4-FFF2-40B4-BE49-F238E27FC236}">
                <a16:creationId xmlns:a16="http://schemas.microsoft.com/office/drawing/2014/main" id="{28F8573C-0C3F-0CA6-B226-3D0C855B6AE1}"/>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8" name="Espaço Reservado para Rodapé 7">
            <a:extLst>
              <a:ext uri="{FF2B5EF4-FFF2-40B4-BE49-F238E27FC236}">
                <a16:creationId xmlns:a16="http://schemas.microsoft.com/office/drawing/2014/main" id="{83792519-EBB5-8854-F655-4F2965999B3F}"/>
              </a:ext>
            </a:extLst>
          </p:cNvPr>
          <p:cNvSpPr>
            <a:spLocks noGrp="1"/>
          </p:cNvSpPr>
          <p:nvPr>
            <p:ph type="ftr" sz="quarter" idx="11"/>
          </p:nvPr>
        </p:nvSpPr>
        <p:spPr/>
        <p:txBody>
          <a:bodyPr/>
          <a:lstStyle/>
          <a:p>
            <a:endParaRPr lang="en-US"/>
          </a:p>
        </p:txBody>
      </p:sp>
      <p:sp>
        <p:nvSpPr>
          <p:cNvPr id="9" name="Espaço Reservado para Número de Slide 8">
            <a:extLst>
              <a:ext uri="{FF2B5EF4-FFF2-40B4-BE49-F238E27FC236}">
                <a16:creationId xmlns:a16="http://schemas.microsoft.com/office/drawing/2014/main" id="{39DA2FD6-430B-2D77-489F-B0EA201FB870}"/>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115023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8C2AAE-99DF-DA3B-3274-869F1131A554}"/>
              </a:ext>
            </a:extLst>
          </p:cNvPr>
          <p:cNvSpPr>
            <a:spLocks noGrp="1"/>
          </p:cNvSpPr>
          <p:nvPr>
            <p:ph type="title"/>
          </p:nvPr>
        </p:nvSpPr>
        <p:spPr/>
        <p:txBody>
          <a:bodyPr/>
          <a:lstStyle/>
          <a:p>
            <a:r>
              <a:rPr lang="pt-BR"/>
              <a:t>Clique para editar o título Mestre</a:t>
            </a:r>
            <a:endParaRPr lang="en-US"/>
          </a:p>
        </p:txBody>
      </p:sp>
      <p:sp>
        <p:nvSpPr>
          <p:cNvPr id="3" name="Espaço Reservado para Data 2">
            <a:extLst>
              <a:ext uri="{FF2B5EF4-FFF2-40B4-BE49-F238E27FC236}">
                <a16:creationId xmlns:a16="http://schemas.microsoft.com/office/drawing/2014/main" id="{C33A5686-6AEB-9FA0-BF92-D42FAE075DC0}"/>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4" name="Espaço Reservado para Rodapé 3">
            <a:extLst>
              <a:ext uri="{FF2B5EF4-FFF2-40B4-BE49-F238E27FC236}">
                <a16:creationId xmlns:a16="http://schemas.microsoft.com/office/drawing/2014/main" id="{A86CE9E7-5FC8-AC4B-C333-1BE45778BF8C}"/>
              </a:ext>
            </a:extLst>
          </p:cNvPr>
          <p:cNvSpPr>
            <a:spLocks noGrp="1"/>
          </p:cNvSpPr>
          <p:nvPr>
            <p:ph type="ftr" sz="quarter" idx="11"/>
          </p:nvPr>
        </p:nvSpPr>
        <p:spPr/>
        <p:txBody>
          <a:bodyPr/>
          <a:lstStyle/>
          <a:p>
            <a:endParaRPr lang="en-US"/>
          </a:p>
        </p:txBody>
      </p:sp>
      <p:sp>
        <p:nvSpPr>
          <p:cNvPr id="5" name="Espaço Reservado para Número de Slide 4">
            <a:extLst>
              <a:ext uri="{FF2B5EF4-FFF2-40B4-BE49-F238E27FC236}">
                <a16:creationId xmlns:a16="http://schemas.microsoft.com/office/drawing/2014/main" id="{924C9D44-018F-D1E2-AEA9-6C80F2883067}"/>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2440183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3B1FCF06-730E-1303-4991-25F87DE3F978}"/>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3" name="Espaço Reservado para Rodapé 2">
            <a:extLst>
              <a:ext uri="{FF2B5EF4-FFF2-40B4-BE49-F238E27FC236}">
                <a16:creationId xmlns:a16="http://schemas.microsoft.com/office/drawing/2014/main" id="{5DA85E0A-20A5-C8CB-0091-09E16FE4A05C}"/>
              </a:ext>
            </a:extLst>
          </p:cNvPr>
          <p:cNvSpPr>
            <a:spLocks noGrp="1"/>
          </p:cNvSpPr>
          <p:nvPr>
            <p:ph type="ftr" sz="quarter" idx="11"/>
          </p:nvPr>
        </p:nvSpPr>
        <p:spPr/>
        <p:txBody>
          <a:bodyPr/>
          <a:lstStyle/>
          <a:p>
            <a:endParaRPr lang="en-US"/>
          </a:p>
        </p:txBody>
      </p:sp>
      <p:sp>
        <p:nvSpPr>
          <p:cNvPr id="4" name="Espaço Reservado para Número de Slide 3">
            <a:extLst>
              <a:ext uri="{FF2B5EF4-FFF2-40B4-BE49-F238E27FC236}">
                <a16:creationId xmlns:a16="http://schemas.microsoft.com/office/drawing/2014/main" id="{5A8ABD60-0FB9-562C-95A6-89913FAE8ACA}"/>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3390446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8B7A62-A0BE-378C-1CED-25E705F85C7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6A940DB1-84AC-21CB-3881-DB274C26AE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a:extLst>
              <a:ext uri="{FF2B5EF4-FFF2-40B4-BE49-F238E27FC236}">
                <a16:creationId xmlns:a16="http://schemas.microsoft.com/office/drawing/2014/main" id="{25CAED8D-8E15-1893-4777-7B0E557576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971064B-4090-FDF7-05D3-8648AD40C7F6}"/>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6" name="Espaço Reservado para Rodapé 5">
            <a:extLst>
              <a:ext uri="{FF2B5EF4-FFF2-40B4-BE49-F238E27FC236}">
                <a16:creationId xmlns:a16="http://schemas.microsoft.com/office/drawing/2014/main" id="{2BEB1725-9998-545E-5601-C11F5EFD0FCB}"/>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849CD815-1C13-23F2-B654-618600F6071F}"/>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457412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4DCCF4-3EDA-DCEA-2D45-9739B0F1EE15}"/>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Imagem 2">
            <a:extLst>
              <a:ext uri="{FF2B5EF4-FFF2-40B4-BE49-F238E27FC236}">
                <a16:creationId xmlns:a16="http://schemas.microsoft.com/office/drawing/2014/main" id="{FBB35E6E-89E5-2908-6575-BDCF120F94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a:extLst>
              <a:ext uri="{FF2B5EF4-FFF2-40B4-BE49-F238E27FC236}">
                <a16:creationId xmlns:a16="http://schemas.microsoft.com/office/drawing/2014/main" id="{2FD3A366-E6FB-4750-9221-AF4DAE3BC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A035A2C-2576-6025-E4D2-60D5DBC3C352}"/>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6" name="Espaço Reservado para Rodapé 5">
            <a:extLst>
              <a:ext uri="{FF2B5EF4-FFF2-40B4-BE49-F238E27FC236}">
                <a16:creationId xmlns:a16="http://schemas.microsoft.com/office/drawing/2014/main" id="{3BC05559-D8A5-8EAF-189C-47AD479FEA48}"/>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C3EFBB84-6144-2C06-881F-EAFFC9727F9D}"/>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2420046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F4C3B-0727-E5A8-AAA0-1806BC0B5AB7}"/>
              </a:ext>
            </a:extLst>
          </p:cNvPr>
          <p:cNvSpPr>
            <a:spLocks noGrp="1"/>
          </p:cNvSpPr>
          <p:nvPr>
            <p:ph type="title"/>
          </p:nvPr>
        </p:nvSpPr>
        <p:spPr/>
        <p:txBody>
          <a:bodyPr/>
          <a:lstStyle/>
          <a:p>
            <a:r>
              <a:rPr lang="pt-BR"/>
              <a:t>Clique para editar o título Mestre</a:t>
            </a:r>
            <a:endParaRPr lang="en-US"/>
          </a:p>
        </p:txBody>
      </p:sp>
      <p:sp>
        <p:nvSpPr>
          <p:cNvPr id="3" name="Espaço Reservado para Texto Vertical 2">
            <a:extLst>
              <a:ext uri="{FF2B5EF4-FFF2-40B4-BE49-F238E27FC236}">
                <a16:creationId xmlns:a16="http://schemas.microsoft.com/office/drawing/2014/main" id="{FD52D0A9-0D2A-65AF-D2C4-DE170843BA40}"/>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B6F1AA8D-1374-CF78-E0AC-8AAC606203F6}"/>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5" name="Espaço Reservado para Rodapé 4">
            <a:extLst>
              <a:ext uri="{FF2B5EF4-FFF2-40B4-BE49-F238E27FC236}">
                <a16:creationId xmlns:a16="http://schemas.microsoft.com/office/drawing/2014/main" id="{8A8F221F-1F1A-6C68-1B32-5E5F88ECED9A}"/>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CD39C66F-4903-C645-2897-997BAAA134FE}"/>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3304537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95E36A-3981-8367-5D73-F923FED12E79}"/>
              </a:ext>
            </a:extLst>
          </p:cNvPr>
          <p:cNvSpPr>
            <a:spLocks noGrp="1"/>
          </p:cNvSpPr>
          <p:nvPr>
            <p:ph type="title" orient="vert"/>
          </p:nvPr>
        </p:nvSpPr>
        <p:spPr>
          <a:xfrm>
            <a:off x="8724900" y="365125"/>
            <a:ext cx="2628900" cy="5811838"/>
          </a:xfrm>
        </p:spPr>
        <p:txBody>
          <a:bodyPr vert="eaVert"/>
          <a:lstStyle/>
          <a:p>
            <a:r>
              <a:rPr lang="pt-BR"/>
              <a:t>Clique para editar o título Mestre</a:t>
            </a:r>
            <a:endParaRPr lang="en-US"/>
          </a:p>
        </p:txBody>
      </p:sp>
      <p:sp>
        <p:nvSpPr>
          <p:cNvPr id="3" name="Espaço Reservado para Texto Vertical 2">
            <a:extLst>
              <a:ext uri="{FF2B5EF4-FFF2-40B4-BE49-F238E27FC236}">
                <a16:creationId xmlns:a16="http://schemas.microsoft.com/office/drawing/2014/main" id="{64BAF48C-416B-7A3A-E32B-4D60D9358DD0}"/>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975B892E-9465-04C3-A797-903506D65C9A}"/>
              </a:ext>
            </a:extLst>
          </p:cNvPr>
          <p:cNvSpPr>
            <a:spLocks noGrp="1"/>
          </p:cNvSpPr>
          <p:nvPr>
            <p:ph type="dt" sz="half" idx="10"/>
          </p:nvPr>
        </p:nvSpPr>
        <p:spPr/>
        <p:txBody>
          <a:bodyPr/>
          <a:lstStyle/>
          <a:p>
            <a:fld id="{52A158F4-354F-4B2E-A471-961B6743BD7D}" type="datetimeFigureOut">
              <a:rPr lang="en-US" smtClean="0"/>
              <a:t>2/25/2026</a:t>
            </a:fld>
            <a:endParaRPr lang="en-US"/>
          </a:p>
        </p:txBody>
      </p:sp>
      <p:sp>
        <p:nvSpPr>
          <p:cNvPr id="5" name="Espaço Reservado para Rodapé 4">
            <a:extLst>
              <a:ext uri="{FF2B5EF4-FFF2-40B4-BE49-F238E27FC236}">
                <a16:creationId xmlns:a16="http://schemas.microsoft.com/office/drawing/2014/main" id="{D28621DF-190F-685D-A6B7-E5F8740484A8}"/>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5AEC9D6A-3986-C648-21EC-E065CEB1A36F}"/>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1913845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1FC6ED1-F595-8FDB-EF93-711A03F4E5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B53D5213-012D-198A-63E2-E4668F989E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F546B5A7-EC52-BC3B-D15C-4AF6684AEB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A158F4-354F-4B2E-A471-961B6743BD7D}" type="datetimeFigureOut">
              <a:rPr lang="en-US" smtClean="0"/>
              <a:t>2/25/2026</a:t>
            </a:fld>
            <a:endParaRPr lang="en-US"/>
          </a:p>
        </p:txBody>
      </p:sp>
      <p:sp>
        <p:nvSpPr>
          <p:cNvPr id="5" name="Espaço Reservado para Rodapé 4">
            <a:extLst>
              <a:ext uri="{FF2B5EF4-FFF2-40B4-BE49-F238E27FC236}">
                <a16:creationId xmlns:a16="http://schemas.microsoft.com/office/drawing/2014/main" id="{E7534819-C30C-FCE5-051D-C3B0E672C9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a:extLst>
              <a:ext uri="{FF2B5EF4-FFF2-40B4-BE49-F238E27FC236}">
                <a16:creationId xmlns:a16="http://schemas.microsoft.com/office/drawing/2014/main" id="{4AB5A7F9-B7D3-85A6-8164-446F7500B2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82171D-608C-41E8-845B-45911E8A4CD7}" type="slidenum">
              <a:rPr lang="en-US" smtClean="0"/>
              <a:t>‹nº›</a:t>
            </a:fld>
            <a:endParaRPr lang="en-US"/>
          </a:p>
        </p:txBody>
      </p:sp>
    </p:spTree>
    <p:extLst>
      <p:ext uri="{BB962C8B-B14F-4D97-AF65-F5344CB8AC3E}">
        <p14:creationId xmlns:p14="http://schemas.microsoft.com/office/powerpoint/2010/main" val="1858620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gif"/><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gif"/></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gif"/><Relationship Id="rId4" Type="http://schemas.openxmlformats.org/officeDocument/2006/relationships/image" Target="../media/image5.gif"/></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cs.android.com/android/platform/superproject/main/+/main:hardware/interfaces/ir/aid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5FB562E6-9877-8264-BABD-B03358E97971}"/>
              </a:ext>
            </a:extLst>
          </p:cNvPr>
          <p:cNvSpPr/>
          <p:nvPr/>
        </p:nvSpPr>
        <p:spPr>
          <a:xfrm>
            <a:off x="-104775" y="-95250"/>
            <a:ext cx="12401550" cy="69532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8" name="Imagem 7">
            <a:extLst>
              <a:ext uri="{FF2B5EF4-FFF2-40B4-BE49-F238E27FC236}">
                <a16:creationId xmlns:a16="http://schemas.microsoft.com/office/drawing/2014/main" id="{F79FE40E-1361-3747-6077-8C2F91E679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0" y="848963"/>
            <a:ext cx="6273801" cy="3529013"/>
          </a:xfrm>
          <a:prstGeom prst="rect">
            <a:avLst/>
          </a:prstGeom>
        </p:spPr>
      </p:pic>
      <p:sp>
        <p:nvSpPr>
          <p:cNvPr id="2" name="CaixaDeTexto 1">
            <a:extLst>
              <a:ext uri="{FF2B5EF4-FFF2-40B4-BE49-F238E27FC236}">
                <a16:creationId xmlns:a16="http://schemas.microsoft.com/office/drawing/2014/main" id="{E79C6970-D729-B89C-91DF-EF511C1CFD33}"/>
              </a:ext>
            </a:extLst>
          </p:cNvPr>
          <p:cNvSpPr txBox="1"/>
          <p:nvPr/>
        </p:nvSpPr>
        <p:spPr>
          <a:xfrm>
            <a:off x="2985300" y="4377975"/>
            <a:ext cx="6221400" cy="769441"/>
          </a:xfrm>
          <a:prstGeom prst="rect">
            <a:avLst/>
          </a:prstGeom>
          <a:noFill/>
        </p:spPr>
        <p:txBody>
          <a:bodyPr wrap="square" rtlCol="0">
            <a:spAutoFit/>
          </a:bodyPr>
          <a:lstStyle/>
          <a:p>
            <a:pPr algn="ctr"/>
            <a:r>
              <a:rPr lang="pt-BR" sz="4400" b="1" noProof="0" dirty="0" err="1">
                <a:solidFill>
                  <a:schemeClr val="bg2"/>
                </a:solidFill>
                <a:latin typeface="Aptos" panose="020B0004020202020204" pitchFamily="34" charset="0"/>
              </a:rPr>
              <a:t>DevTitans</a:t>
            </a:r>
            <a:endParaRPr lang="pt-BR" sz="4400" b="1" noProof="0" dirty="0">
              <a:solidFill>
                <a:schemeClr val="bg2"/>
              </a:solidFill>
              <a:latin typeface="Aptos" panose="020B0004020202020204" pitchFamily="34" charset="0"/>
            </a:endParaRPr>
          </a:p>
        </p:txBody>
      </p:sp>
      <p:sp>
        <p:nvSpPr>
          <p:cNvPr id="4" name="CaixaDeTexto 3">
            <a:extLst>
              <a:ext uri="{FF2B5EF4-FFF2-40B4-BE49-F238E27FC236}">
                <a16:creationId xmlns:a16="http://schemas.microsoft.com/office/drawing/2014/main" id="{9AA4E796-317C-A799-1E53-339EB76B76B4}"/>
              </a:ext>
            </a:extLst>
          </p:cNvPr>
          <p:cNvSpPr txBox="1"/>
          <p:nvPr/>
        </p:nvSpPr>
        <p:spPr>
          <a:xfrm>
            <a:off x="3011501" y="5608927"/>
            <a:ext cx="6221400" cy="400110"/>
          </a:xfrm>
          <a:prstGeom prst="rect">
            <a:avLst/>
          </a:prstGeom>
          <a:noFill/>
        </p:spPr>
        <p:txBody>
          <a:bodyPr wrap="square" rtlCol="0">
            <a:spAutoFit/>
          </a:bodyPr>
          <a:lstStyle/>
          <a:p>
            <a:pPr algn="ctr"/>
            <a:r>
              <a:rPr lang="pt-BR" sz="2000" noProof="0" dirty="0">
                <a:solidFill>
                  <a:schemeClr val="bg2"/>
                </a:solidFill>
                <a:latin typeface="Aptos" panose="020B0004020202020204" pitchFamily="34" charset="0"/>
              </a:rPr>
              <a:t>apresenta</a:t>
            </a:r>
          </a:p>
        </p:txBody>
      </p:sp>
    </p:spTree>
    <p:extLst>
      <p:ext uri="{BB962C8B-B14F-4D97-AF65-F5344CB8AC3E}">
        <p14:creationId xmlns:p14="http://schemas.microsoft.com/office/powerpoint/2010/main" val="268954775"/>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3F0AAE9F-3EBA-47F0-8B0D-471E4E8EA210}"/>
              </a:ext>
            </a:extLst>
          </p:cNvPr>
          <p:cNvSpPr/>
          <p:nvPr/>
        </p:nvSpPr>
        <p:spPr>
          <a:xfrm>
            <a:off x="-104775" y="-95250"/>
            <a:ext cx="12401550" cy="69532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6" name="Imagem 5">
            <a:extLst>
              <a:ext uri="{FF2B5EF4-FFF2-40B4-BE49-F238E27FC236}">
                <a16:creationId xmlns:a16="http://schemas.microsoft.com/office/drawing/2014/main" id="{D10F10BF-B88E-B0B9-E593-70815F72469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08051" y="0"/>
            <a:ext cx="10375899" cy="5791200"/>
          </a:xfrm>
          <a:prstGeom prst="rect">
            <a:avLst/>
          </a:prstGeom>
        </p:spPr>
      </p:pic>
      <p:pic>
        <p:nvPicPr>
          <p:cNvPr id="4" name="Imagem 3">
            <a:extLst>
              <a:ext uri="{FF2B5EF4-FFF2-40B4-BE49-F238E27FC236}">
                <a16:creationId xmlns:a16="http://schemas.microsoft.com/office/drawing/2014/main" id="{16B2E32C-DF52-594A-5D8F-E28D9E1AFF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6299" y="5791200"/>
            <a:ext cx="3219402" cy="685800"/>
          </a:xfrm>
          <a:prstGeom prst="rect">
            <a:avLst/>
          </a:prstGeom>
        </p:spPr>
      </p:pic>
    </p:spTree>
    <p:extLst>
      <p:ext uri="{BB962C8B-B14F-4D97-AF65-F5344CB8AC3E}">
        <p14:creationId xmlns:p14="http://schemas.microsoft.com/office/powerpoint/2010/main" val="1654209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2CA0DFF-32F5-6F59-B542-940815154004}"/>
              </a:ext>
            </a:extLst>
          </p:cNvPr>
          <p:cNvSpPr/>
          <p:nvPr/>
        </p:nvSpPr>
        <p:spPr>
          <a:xfrm>
            <a:off x="-783635" y="1047181"/>
            <a:ext cx="5800929"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aixaDeTexto 4">
            <a:extLst>
              <a:ext uri="{FF2B5EF4-FFF2-40B4-BE49-F238E27FC236}">
                <a16:creationId xmlns:a16="http://schemas.microsoft.com/office/drawing/2014/main" id="{210BD159-8250-C120-AC41-7BC1D22B79B0}"/>
              </a:ext>
            </a:extLst>
          </p:cNvPr>
          <p:cNvSpPr txBox="1"/>
          <p:nvPr/>
        </p:nvSpPr>
        <p:spPr>
          <a:xfrm>
            <a:off x="753173" y="266418"/>
            <a:ext cx="6221400" cy="707886"/>
          </a:xfrm>
          <a:prstGeom prst="rect">
            <a:avLst/>
          </a:prstGeom>
          <a:noFill/>
        </p:spPr>
        <p:txBody>
          <a:bodyPr wrap="square" rtlCol="0">
            <a:spAutoFit/>
          </a:bodyPr>
          <a:lstStyle/>
          <a:p>
            <a:r>
              <a:rPr lang="pt-BR" sz="4000" b="1" noProof="0" dirty="0">
                <a:solidFill>
                  <a:schemeClr val="tx1">
                    <a:lumMod val="75000"/>
                    <a:lumOff val="25000"/>
                  </a:schemeClr>
                </a:solidFill>
                <a:latin typeface="Aptos" panose="020B0004020202020204" pitchFamily="34" charset="0"/>
              </a:rPr>
              <a:t>Sobre o </a:t>
            </a:r>
            <a:r>
              <a:rPr lang="pt-BR" sz="4000" b="1" noProof="0" dirty="0" err="1">
                <a:solidFill>
                  <a:schemeClr val="tx1">
                    <a:lumMod val="75000"/>
                    <a:lumOff val="25000"/>
                  </a:schemeClr>
                </a:solidFill>
                <a:latin typeface="Aptos" panose="020B0004020202020204" pitchFamily="34" charset="0"/>
              </a:rPr>
              <a:t>infraDroid</a:t>
            </a:r>
            <a:endParaRPr lang="pt-BR" sz="4000" b="1" noProof="0" dirty="0">
              <a:solidFill>
                <a:schemeClr val="tx1">
                  <a:lumMod val="75000"/>
                  <a:lumOff val="25000"/>
                </a:schemeClr>
              </a:solidFill>
              <a:latin typeface="Aptos" panose="020B0004020202020204" pitchFamily="34" charset="0"/>
            </a:endParaRPr>
          </a:p>
        </p:txBody>
      </p:sp>
      <p:sp>
        <p:nvSpPr>
          <p:cNvPr id="20" name="Google Shape;84;p3">
            <a:extLst>
              <a:ext uri="{FF2B5EF4-FFF2-40B4-BE49-F238E27FC236}">
                <a16:creationId xmlns:a16="http://schemas.microsoft.com/office/drawing/2014/main" id="{8C5F4C69-61DD-EB4A-86AA-64E4F49AB208}"/>
              </a:ext>
            </a:extLst>
          </p:cNvPr>
          <p:cNvSpPr txBox="1">
            <a:spLocks/>
          </p:cNvSpPr>
          <p:nvPr/>
        </p:nvSpPr>
        <p:spPr>
          <a:xfrm>
            <a:off x="653508" y="1469181"/>
            <a:ext cx="10884984" cy="1651607"/>
          </a:xfrm>
          <a:prstGeom prst="rect">
            <a:avLst/>
          </a:prstGeom>
          <a:noFill/>
          <a:ln>
            <a:noFill/>
          </a:ln>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15000"/>
              </a:lnSpc>
              <a:spcBef>
                <a:spcPts val="0"/>
              </a:spcBef>
              <a:buClr>
                <a:srgbClr val="9C7FBA"/>
              </a:buClr>
              <a:buSzPts val="2000"/>
              <a:buFont typeface="Arial" panose="020B0604020202020204" pitchFamily="34" charset="0"/>
              <a:buNone/>
            </a:pPr>
            <a:r>
              <a:rPr lang="pt-BR" sz="2400" dirty="0">
                <a:solidFill>
                  <a:schemeClr val="tx1">
                    <a:lumMod val="75000"/>
                    <a:lumOff val="25000"/>
                  </a:schemeClr>
                </a:solidFill>
                <a:latin typeface="Aptos" panose="020B0004020202020204" pitchFamily="34" charset="0"/>
              </a:rPr>
              <a:t>O projeto visa  criar um aplicativo no AOSP para controlar uma fita de led por controle infravermelho, através da integração de um hardware que é controlado via API padrão do HAL nativo (</a:t>
            </a:r>
            <a:r>
              <a:rPr lang="pt-BR" sz="2400" dirty="0" err="1">
                <a:solidFill>
                  <a:schemeClr val="tx1">
                    <a:lumMod val="75000"/>
                    <a:lumOff val="25000"/>
                  </a:schemeClr>
                </a:solidFill>
                <a:latin typeface="Aptos" panose="020B0004020202020204" pitchFamily="34" charset="0"/>
              </a:rPr>
              <a:t>ConsumerIr</a:t>
            </a:r>
            <a:r>
              <a:rPr lang="pt-BR" sz="2400" dirty="0">
                <a:solidFill>
                  <a:schemeClr val="tx1">
                    <a:lumMod val="75000"/>
                    <a:lumOff val="25000"/>
                  </a:schemeClr>
                </a:solidFill>
                <a:latin typeface="Aptos" panose="020B0004020202020204" pitchFamily="34" charset="0"/>
              </a:rPr>
              <a:t>) do Android.</a:t>
            </a:r>
          </a:p>
          <a:p>
            <a:pPr indent="0">
              <a:lnSpc>
                <a:spcPct val="115000"/>
              </a:lnSpc>
              <a:spcBef>
                <a:spcPts val="0"/>
              </a:spcBef>
              <a:buClr>
                <a:srgbClr val="9C7FBA"/>
              </a:buClr>
              <a:buSzPts val="2000"/>
              <a:buFont typeface="Arial" panose="020B0604020202020204" pitchFamily="34" charset="0"/>
              <a:buNone/>
            </a:pPr>
            <a:r>
              <a:rPr lang="pt-BR" sz="1800" dirty="0">
                <a:solidFill>
                  <a:schemeClr val="tx1">
                    <a:lumMod val="65000"/>
                    <a:lumOff val="35000"/>
                  </a:schemeClr>
                </a:solidFill>
                <a:latin typeface="Aptos" panose="020B0004020202020204" pitchFamily="34" charset="0"/>
              </a:rPr>
              <a:t>Também será possível registrar outros controles no aplicativo.</a:t>
            </a:r>
          </a:p>
          <a:p>
            <a:pPr indent="0">
              <a:lnSpc>
                <a:spcPct val="115000"/>
              </a:lnSpc>
              <a:spcBef>
                <a:spcPts val="0"/>
              </a:spcBef>
              <a:buClr>
                <a:srgbClr val="9C7FBA"/>
              </a:buClr>
              <a:buSzPts val="2000"/>
              <a:buFont typeface="Arial" panose="020B0604020202020204" pitchFamily="34" charset="0"/>
              <a:buNone/>
            </a:pPr>
            <a:endParaRPr lang="pt-BR" sz="2400" dirty="0">
              <a:solidFill>
                <a:schemeClr val="tx1">
                  <a:lumMod val="75000"/>
                  <a:lumOff val="25000"/>
                </a:schemeClr>
              </a:solidFill>
              <a:latin typeface="Aptos" panose="020B0004020202020204" pitchFamily="34" charset="0"/>
            </a:endParaRPr>
          </a:p>
        </p:txBody>
      </p:sp>
      <p:pic>
        <p:nvPicPr>
          <p:cNvPr id="14" name="Imagem 13">
            <a:extLst>
              <a:ext uri="{FF2B5EF4-FFF2-40B4-BE49-F238E27FC236}">
                <a16:creationId xmlns:a16="http://schemas.microsoft.com/office/drawing/2014/main" id="{9F77AFBC-CB0F-DB10-277A-CF2ED784BB8E}"/>
              </a:ext>
            </a:extLst>
          </p:cNvPr>
          <p:cNvPicPr>
            <a:picLocks noChangeAspect="1"/>
          </p:cNvPicPr>
          <p:nvPr/>
        </p:nvPicPr>
        <p:blipFill>
          <a:blip r:embed="rId2">
            <a:extLst>
              <a:ext uri="{28A0092B-C50C-407E-A947-70E740481C1C}">
                <a14:useLocalDpi xmlns:a14="http://schemas.microsoft.com/office/drawing/2010/main" val="0"/>
              </a:ext>
            </a:extLst>
          </a:blip>
          <a:srcRect l="51680" t="7136" b="14853"/>
          <a:stretch>
            <a:fillRect/>
          </a:stretch>
        </p:blipFill>
        <p:spPr>
          <a:xfrm>
            <a:off x="7827052" y="3563490"/>
            <a:ext cx="1172450" cy="1844115"/>
          </a:xfrm>
          <a:prstGeom prst="rect">
            <a:avLst/>
          </a:prstGeom>
        </p:spPr>
      </p:pic>
      <p:pic>
        <p:nvPicPr>
          <p:cNvPr id="7" name="Imagem 6">
            <a:extLst>
              <a:ext uri="{FF2B5EF4-FFF2-40B4-BE49-F238E27FC236}">
                <a16:creationId xmlns:a16="http://schemas.microsoft.com/office/drawing/2014/main" id="{B88224C7-5EE4-43F3-8EA8-6E0E4EA61C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0642" y="3914419"/>
            <a:ext cx="1172450" cy="114225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3076" name="Picture 4" descr="LEDs endereçáveis: conhecendo o WS2812B - Blog Eletrogate">
            <a:extLst>
              <a:ext uri="{FF2B5EF4-FFF2-40B4-BE49-F238E27FC236}">
                <a16:creationId xmlns:a16="http://schemas.microsoft.com/office/drawing/2014/main" id="{7ED3E259-560C-F695-4C78-04D2777479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8092" y="3997006"/>
            <a:ext cx="1563267" cy="1142255"/>
          </a:xfrm>
          <a:prstGeom prst="rect">
            <a:avLst/>
          </a:prstGeom>
          <a:noFill/>
          <a:extLst>
            <a:ext uri="{909E8E84-426E-40DD-AFC4-6F175D3DCCD1}">
              <a14:hiddenFill xmlns:a14="http://schemas.microsoft.com/office/drawing/2010/main">
                <a:solidFill>
                  <a:srgbClr val="FFFFFF"/>
                </a:solidFill>
              </a14:hiddenFill>
            </a:ext>
          </a:extLst>
        </p:spPr>
      </p:pic>
      <p:pic>
        <p:nvPicPr>
          <p:cNvPr id="11" name="Google Shape;86;p3" title="Pixel.png">
            <a:extLst>
              <a:ext uri="{FF2B5EF4-FFF2-40B4-BE49-F238E27FC236}">
                <a16:creationId xmlns:a16="http://schemas.microsoft.com/office/drawing/2014/main" id="{4A9A6B56-E846-83D8-1712-49F376C44AF7}"/>
              </a:ext>
            </a:extLst>
          </p:cNvPr>
          <p:cNvPicPr preferRelativeResize="0"/>
          <p:nvPr/>
        </p:nvPicPr>
        <p:blipFill>
          <a:blip r:embed="rId5">
            <a:alphaModFix/>
          </a:blip>
          <a:stretch>
            <a:fillRect/>
          </a:stretch>
        </p:blipFill>
        <p:spPr>
          <a:xfrm flipH="1">
            <a:off x="6071239" y="3914419"/>
            <a:ext cx="1834367" cy="1142255"/>
          </a:xfrm>
          <a:prstGeom prst="rect">
            <a:avLst/>
          </a:prstGeom>
          <a:noFill/>
          <a:ln>
            <a:noFill/>
          </a:ln>
        </p:spPr>
      </p:pic>
      <p:pic>
        <p:nvPicPr>
          <p:cNvPr id="3080" name="Picture 8" descr="HAL 9000: inteligência e evolução - A Mente é Maravilhosa">
            <a:extLst>
              <a:ext uri="{FF2B5EF4-FFF2-40B4-BE49-F238E27FC236}">
                <a16:creationId xmlns:a16="http://schemas.microsoft.com/office/drawing/2014/main" id="{0D53AABC-00DB-43ED-B9DC-109695792A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5994" y="3997006"/>
            <a:ext cx="2005823" cy="977083"/>
          </a:xfrm>
          <a:prstGeom prst="rect">
            <a:avLst/>
          </a:prstGeom>
          <a:noFill/>
          <a:extLst>
            <a:ext uri="{909E8E84-426E-40DD-AFC4-6F175D3DCCD1}">
              <a14:hiddenFill xmlns:a14="http://schemas.microsoft.com/office/drawing/2010/main">
                <a:solidFill>
                  <a:srgbClr val="FFFFFF"/>
                </a:solidFill>
              </a14:hiddenFill>
            </a:ext>
          </a:extLst>
        </p:spPr>
      </p:pic>
      <p:sp>
        <p:nvSpPr>
          <p:cNvPr id="15" name="CaixaDeTexto 14">
            <a:extLst>
              <a:ext uri="{FF2B5EF4-FFF2-40B4-BE49-F238E27FC236}">
                <a16:creationId xmlns:a16="http://schemas.microsoft.com/office/drawing/2014/main" id="{09779AA9-BEA2-61EC-1BCA-706C06F7CD69}"/>
              </a:ext>
            </a:extLst>
          </p:cNvPr>
          <p:cNvSpPr txBox="1"/>
          <p:nvPr/>
        </p:nvSpPr>
        <p:spPr>
          <a:xfrm>
            <a:off x="1574186" y="3563490"/>
            <a:ext cx="1304661"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App</a:t>
            </a:r>
          </a:p>
        </p:txBody>
      </p:sp>
      <p:sp>
        <p:nvSpPr>
          <p:cNvPr id="16" name="CaixaDeTexto 15">
            <a:extLst>
              <a:ext uri="{FF2B5EF4-FFF2-40B4-BE49-F238E27FC236}">
                <a16:creationId xmlns:a16="http://schemas.microsoft.com/office/drawing/2014/main" id="{F7D7CF54-28AE-371E-2FA5-1662292F3668}"/>
              </a:ext>
            </a:extLst>
          </p:cNvPr>
          <p:cNvSpPr txBox="1"/>
          <p:nvPr/>
        </p:nvSpPr>
        <p:spPr>
          <a:xfrm>
            <a:off x="2878848" y="3563490"/>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HAL</a:t>
            </a:r>
          </a:p>
        </p:txBody>
      </p:sp>
      <p:sp>
        <p:nvSpPr>
          <p:cNvPr id="18" name="CaixaDeTexto 17">
            <a:extLst>
              <a:ext uri="{FF2B5EF4-FFF2-40B4-BE49-F238E27FC236}">
                <a16:creationId xmlns:a16="http://schemas.microsoft.com/office/drawing/2014/main" id="{5C5CE454-9D89-B98E-A088-1A079A0A5618}"/>
              </a:ext>
            </a:extLst>
          </p:cNvPr>
          <p:cNvSpPr txBox="1"/>
          <p:nvPr/>
        </p:nvSpPr>
        <p:spPr>
          <a:xfrm>
            <a:off x="5669609" y="3563490"/>
            <a:ext cx="3311630" cy="369332"/>
          </a:xfrm>
          <a:prstGeom prst="rect">
            <a:avLst/>
          </a:prstGeom>
          <a:noFill/>
        </p:spPr>
        <p:txBody>
          <a:bodyPr wrap="square" rtlCol="0">
            <a:spAutoFit/>
          </a:bodyPr>
          <a:lstStyle/>
          <a:p>
            <a:pPr algn="ctr"/>
            <a:r>
              <a:rPr lang="pt-BR" b="1" dirty="0">
                <a:solidFill>
                  <a:schemeClr val="tx1">
                    <a:lumMod val="75000"/>
                    <a:lumOff val="25000"/>
                  </a:schemeClr>
                </a:solidFill>
                <a:latin typeface="Aptos" panose="020B0004020202020204" pitchFamily="34" charset="0"/>
              </a:rPr>
              <a:t>Hardware</a:t>
            </a:r>
            <a:endParaRPr lang="pt-BR" b="1" noProof="0" dirty="0">
              <a:solidFill>
                <a:schemeClr val="tx1">
                  <a:lumMod val="75000"/>
                  <a:lumOff val="25000"/>
                </a:schemeClr>
              </a:solidFill>
              <a:latin typeface="Aptos" panose="020B0004020202020204" pitchFamily="34" charset="0"/>
            </a:endParaRPr>
          </a:p>
        </p:txBody>
      </p:sp>
      <p:sp>
        <p:nvSpPr>
          <p:cNvPr id="19" name="CaixaDeTexto 18">
            <a:extLst>
              <a:ext uri="{FF2B5EF4-FFF2-40B4-BE49-F238E27FC236}">
                <a16:creationId xmlns:a16="http://schemas.microsoft.com/office/drawing/2014/main" id="{E062B84A-B935-C970-9547-C3A1D86D33E2}"/>
              </a:ext>
            </a:extLst>
          </p:cNvPr>
          <p:cNvSpPr txBox="1"/>
          <p:nvPr/>
        </p:nvSpPr>
        <p:spPr>
          <a:xfrm>
            <a:off x="9068092" y="3539912"/>
            <a:ext cx="1549721" cy="369332"/>
          </a:xfrm>
          <a:prstGeom prst="rect">
            <a:avLst/>
          </a:prstGeom>
          <a:noFill/>
        </p:spPr>
        <p:txBody>
          <a:bodyPr wrap="square" rtlCol="0">
            <a:spAutoFit/>
          </a:bodyPr>
          <a:lstStyle/>
          <a:p>
            <a:pPr algn="ctr"/>
            <a:r>
              <a:rPr lang="pt-BR" b="1" dirty="0">
                <a:solidFill>
                  <a:schemeClr val="tx1">
                    <a:lumMod val="75000"/>
                    <a:lumOff val="25000"/>
                  </a:schemeClr>
                </a:solidFill>
                <a:latin typeface="Aptos" panose="020B0004020202020204" pitchFamily="34" charset="0"/>
              </a:rPr>
              <a:t>Fita LED</a:t>
            </a:r>
            <a:endParaRPr lang="pt-BR" b="1" noProof="0" dirty="0">
              <a:solidFill>
                <a:schemeClr val="tx1">
                  <a:lumMod val="75000"/>
                  <a:lumOff val="25000"/>
                </a:schemeClr>
              </a:solidFill>
              <a:latin typeface="Aptos" panose="020B0004020202020204" pitchFamily="34" charset="0"/>
            </a:endParaRPr>
          </a:p>
        </p:txBody>
      </p:sp>
      <p:sp>
        <p:nvSpPr>
          <p:cNvPr id="21" name="Seta: para a Direita 20">
            <a:extLst>
              <a:ext uri="{FF2B5EF4-FFF2-40B4-BE49-F238E27FC236}">
                <a16:creationId xmlns:a16="http://schemas.microsoft.com/office/drawing/2014/main" id="{3FDD6541-629F-C5F5-A48F-48E845AA0F1D}"/>
              </a:ext>
            </a:extLst>
          </p:cNvPr>
          <p:cNvSpPr/>
          <p:nvPr/>
        </p:nvSpPr>
        <p:spPr>
          <a:xfrm>
            <a:off x="2917889" y="4292974"/>
            <a:ext cx="433666" cy="1651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Seta: para a Direita 21">
            <a:extLst>
              <a:ext uri="{FF2B5EF4-FFF2-40B4-BE49-F238E27FC236}">
                <a16:creationId xmlns:a16="http://schemas.microsoft.com/office/drawing/2014/main" id="{F0B301A7-1EA3-674C-7E5E-7FC6AE1646D0}"/>
              </a:ext>
            </a:extLst>
          </p:cNvPr>
          <p:cNvSpPr/>
          <p:nvPr/>
        </p:nvSpPr>
        <p:spPr>
          <a:xfrm flipH="1">
            <a:off x="2917889" y="4531422"/>
            <a:ext cx="433666" cy="1651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 name="Seta: para a Direita 22">
            <a:extLst>
              <a:ext uri="{FF2B5EF4-FFF2-40B4-BE49-F238E27FC236}">
                <a16:creationId xmlns:a16="http://schemas.microsoft.com/office/drawing/2014/main" id="{CB3F7B39-6AA5-9C2B-51C0-8A3377BD8E18}"/>
              </a:ext>
            </a:extLst>
          </p:cNvPr>
          <p:cNvSpPr/>
          <p:nvPr/>
        </p:nvSpPr>
        <p:spPr>
          <a:xfrm>
            <a:off x="5566102" y="4375524"/>
            <a:ext cx="433666" cy="1651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10620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Agrupar 15">
            <a:extLst>
              <a:ext uri="{FF2B5EF4-FFF2-40B4-BE49-F238E27FC236}">
                <a16:creationId xmlns:a16="http://schemas.microsoft.com/office/drawing/2014/main" id="{2A3E7E47-AE6C-3C79-DB2D-C20B427BE6A2}"/>
              </a:ext>
            </a:extLst>
          </p:cNvPr>
          <p:cNvGrpSpPr/>
          <p:nvPr/>
        </p:nvGrpSpPr>
        <p:grpSpPr>
          <a:xfrm>
            <a:off x="7307576" y="1804275"/>
            <a:ext cx="1757263" cy="3615923"/>
            <a:chOff x="7307576" y="1804275"/>
            <a:chExt cx="1757263" cy="3615923"/>
          </a:xfrm>
        </p:grpSpPr>
        <p:pic>
          <p:nvPicPr>
            <p:cNvPr id="7" name="Google Shape;70;p2" descr="Tela de celular com foto de homem e texto&#10;&#10;O conteúdo gerado por IA pode estar incorreto.">
              <a:extLst>
                <a:ext uri="{FF2B5EF4-FFF2-40B4-BE49-F238E27FC236}">
                  <a16:creationId xmlns:a16="http://schemas.microsoft.com/office/drawing/2014/main" id="{CF39C72C-2DBF-F854-95ED-FD66D706E77E}"/>
                </a:ext>
              </a:extLst>
            </p:cNvPr>
            <p:cNvPicPr preferRelativeResize="0"/>
            <p:nvPr/>
          </p:nvPicPr>
          <p:blipFill rotWithShape="1">
            <a:blip r:embed="rId2">
              <a:alphaModFix/>
            </a:blip>
            <a:srcRect l="6795" t="4154" r="3429" b="2701"/>
            <a:stretch/>
          </p:blipFill>
          <p:spPr>
            <a:xfrm>
              <a:off x="7307576" y="1804275"/>
              <a:ext cx="1757156" cy="26295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Google Shape;74;p2">
              <a:extLst>
                <a:ext uri="{FF2B5EF4-FFF2-40B4-BE49-F238E27FC236}">
                  <a16:creationId xmlns:a16="http://schemas.microsoft.com/office/drawing/2014/main" id="{BFF0B7DD-BB0C-57B3-54A0-0F66A780440C}"/>
                </a:ext>
              </a:extLst>
            </p:cNvPr>
            <p:cNvSpPr txBox="1"/>
            <p:nvPr/>
          </p:nvSpPr>
          <p:spPr>
            <a:xfrm>
              <a:off x="7307576" y="4600389"/>
              <a:ext cx="1757263" cy="819809"/>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dirty="0" err="1">
                  <a:solidFill>
                    <a:schemeClr val="tx1">
                      <a:lumMod val="75000"/>
                      <a:lumOff val="25000"/>
                    </a:schemeClr>
                  </a:solidFill>
                  <a:latin typeface="Ubuntu" panose="020B0504030602030204" pitchFamily="34" charset="0"/>
                </a:rPr>
                <a:t>Engenheiro</a:t>
              </a:r>
              <a:r>
                <a:rPr lang="en-US" sz="1400" b="1" dirty="0">
                  <a:solidFill>
                    <a:schemeClr val="tx1">
                      <a:lumMod val="75000"/>
                      <a:lumOff val="25000"/>
                    </a:schemeClr>
                  </a:solidFill>
                  <a:latin typeface="Ubuntu" panose="020B0504030602030204" pitchFamily="34" charset="0"/>
                </a:rPr>
                <a:t> de Hardware e Firmware</a:t>
              </a:r>
              <a:endParaRPr sz="1400" dirty="0">
                <a:solidFill>
                  <a:schemeClr val="tx1">
                    <a:lumMod val="75000"/>
                    <a:lumOff val="25000"/>
                  </a:schemeClr>
                </a:solidFill>
                <a:latin typeface="Ubuntu" panose="020B0504030602030204" pitchFamily="34" charset="0"/>
              </a:endParaRPr>
            </a:p>
          </p:txBody>
        </p:sp>
      </p:grpSp>
      <p:grpSp>
        <p:nvGrpSpPr>
          <p:cNvPr id="22" name="Agrupar 21">
            <a:extLst>
              <a:ext uri="{FF2B5EF4-FFF2-40B4-BE49-F238E27FC236}">
                <a16:creationId xmlns:a16="http://schemas.microsoft.com/office/drawing/2014/main" id="{FAC19162-4A44-5A7B-C786-ABE5FC0770A8}"/>
              </a:ext>
            </a:extLst>
          </p:cNvPr>
          <p:cNvGrpSpPr/>
          <p:nvPr/>
        </p:nvGrpSpPr>
        <p:grpSpPr>
          <a:xfrm>
            <a:off x="9397737" y="1792191"/>
            <a:ext cx="1757263" cy="3412560"/>
            <a:chOff x="9397737" y="1792191"/>
            <a:chExt cx="1757263" cy="3412560"/>
          </a:xfrm>
        </p:grpSpPr>
        <p:pic>
          <p:nvPicPr>
            <p:cNvPr id="5" name="Google Shape;66;p2">
              <a:extLst>
                <a:ext uri="{FF2B5EF4-FFF2-40B4-BE49-F238E27FC236}">
                  <a16:creationId xmlns:a16="http://schemas.microsoft.com/office/drawing/2014/main" id="{924EA9D4-4DEE-F7F7-A53A-70A78AFB59EB}"/>
                </a:ext>
              </a:extLst>
            </p:cNvPr>
            <p:cNvPicPr preferRelativeResize="0"/>
            <p:nvPr/>
          </p:nvPicPr>
          <p:blipFill>
            <a:blip r:embed="rId3">
              <a:alphaModFix/>
            </a:blip>
            <a:stretch>
              <a:fillRect/>
            </a:stretch>
          </p:blipFill>
          <p:spPr>
            <a:xfrm>
              <a:off x="9397737" y="1792191"/>
              <a:ext cx="1757128" cy="2653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Google Shape;75;p2">
              <a:extLst>
                <a:ext uri="{FF2B5EF4-FFF2-40B4-BE49-F238E27FC236}">
                  <a16:creationId xmlns:a16="http://schemas.microsoft.com/office/drawing/2014/main" id="{9D7F622B-F0B5-30BD-BCDD-66FA00B0A8E7}"/>
                </a:ext>
              </a:extLst>
            </p:cNvPr>
            <p:cNvSpPr txBox="1"/>
            <p:nvPr/>
          </p:nvSpPr>
          <p:spPr>
            <a:xfrm>
              <a:off x="9397737" y="4600386"/>
              <a:ext cx="1757263" cy="604365"/>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dirty="0" err="1">
                  <a:solidFill>
                    <a:schemeClr val="tx1">
                      <a:lumMod val="75000"/>
                      <a:lumOff val="25000"/>
                    </a:schemeClr>
                  </a:solidFill>
                  <a:latin typeface="Ubuntu" panose="020B0504030602030204" pitchFamily="34" charset="0"/>
                </a:rPr>
                <a:t>Engenheiro</a:t>
              </a:r>
              <a:r>
                <a:rPr lang="en-US" sz="1400" b="1" dirty="0">
                  <a:solidFill>
                    <a:schemeClr val="tx1">
                      <a:lumMod val="75000"/>
                      <a:lumOff val="25000"/>
                    </a:schemeClr>
                  </a:solidFill>
                  <a:latin typeface="Ubuntu" panose="020B0504030602030204" pitchFamily="34" charset="0"/>
                </a:rPr>
                <a:t> de Kernel</a:t>
              </a:r>
              <a:endParaRPr sz="1400" dirty="0">
                <a:solidFill>
                  <a:schemeClr val="tx1">
                    <a:lumMod val="75000"/>
                    <a:lumOff val="25000"/>
                  </a:schemeClr>
                </a:solidFill>
                <a:latin typeface="Ubuntu" panose="020B0504030602030204" pitchFamily="34" charset="0"/>
              </a:endParaRPr>
            </a:p>
          </p:txBody>
        </p:sp>
      </p:grpSp>
      <p:grpSp>
        <p:nvGrpSpPr>
          <p:cNvPr id="3" name="Agrupar 2">
            <a:extLst>
              <a:ext uri="{FF2B5EF4-FFF2-40B4-BE49-F238E27FC236}">
                <a16:creationId xmlns:a16="http://schemas.microsoft.com/office/drawing/2014/main" id="{8F891F67-7EFB-3DBA-64EA-45510E0577FC}"/>
              </a:ext>
            </a:extLst>
          </p:cNvPr>
          <p:cNvGrpSpPr/>
          <p:nvPr/>
        </p:nvGrpSpPr>
        <p:grpSpPr>
          <a:xfrm>
            <a:off x="1037000" y="1796429"/>
            <a:ext cx="1757263" cy="3387323"/>
            <a:chOff x="1037000" y="1796429"/>
            <a:chExt cx="1757263" cy="3387323"/>
          </a:xfrm>
        </p:grpSpPr>
        <p:pic>
          <p:nvPicPr>
            <p:cNvPr id="6" name="Google Shape;67;p2">
              <a:extLst>
                <a:ext uri="{FF2B5EF4-FFF2-40B4-BE49-F238E27FC236}">
                  <a16:creationId xmlns:a16="http://schemas.microsoft.com/office/drawing/2014/main" id="{1DE3959F-CCED-3584-D626-899604FB4DA5}"/>
                </a:ext>
              </a:extLst>
            </p:cNvPr>
            <p:cNvPicPr preferRelativeResize="0"/>
            <p:nvPr/>
          </p:nvPicPr>
          <p:blipFill rotWithShape="1">
            <a:blip r:embed="rId4">
              <a:alphaModFix/>
            </a:blip>
            <a:srcRect l="2638" t="1996" r="3119" b="2492"/>
            <a:stretch/>
          </p:blipFill>
          <p:spPr>
            <a:xfrm>
              <a:off x="1037000" y="1796429"/>
              <a:ext cx="1757263" cy="26452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Google Shape;76;p2">
              <a:extLst>
                <a:ext uri="{FF2B5EF4-FFF2-40B4-BE49-F238E27FC236}">
                  <a16:creationId xmlns:a16="http://schemas.microsoft.com/office/drawing/2014/main" id="{EA3A6042-FB45-EF7B-04AA-8B29651B7BE0}"/>
                </a:ext>
              </a:extLst>
            </p:cNvPr>
            <p:cNvSpPr txBox="1"/>
            <p:nvPr/>
          </p:nvSpPr>
          <p:spPr>
            <a:xfrm>
              <a:off x="1052117" y="4579387"/>
              <a:ext cx="1742136" cy="604365"/>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dirty="0" err="1">
                  <a:solidFill>
                    <a:schemeClr val="tx1">
                      <a:lumMod val="75000"/>
                      <a:lumOff val="25000"/>
                    </a:schemeClr>
                  </a:solidFill>
                  <a:latin typeface="Ubuntu" panose="020B0504030602030204" pitchFamily="34" charset="0"/>
                </a:rPr>
                <a:t>Engenheiro</a:t>
              </a:r>
              <a:endParaRPr lang="en-US" sz="1400" b="1" dirty="0">
                <a:solidFill>
                  <a:schemeClr val="tx1">
                    <a:lumMod val="75000"/>
                    <a:lumOff val="25000"/>
                  </a:schemeClr>
                </a:solidFill>
                <a:latin typeface="Ubuntu" panose="020B0504030602030204" pitchFamily="34" charset="0"/>
              </a:endParaRPr>
            </a:p>
            <a:p>
              <a:pPr marL="0" lvl="0" indent="0" algn="ctr" rtl="0">
                <a:spcBef>
                  <a:spcPts val="0"/>
                </a:spcBef>
                <a:spcAft>
                  <a:spcPts val="0"/>
                </a:spcAft>
                <a:buNone/>
              </a:pPr>
              <a:r>
                <a:rPr lang="en-US" sz="1400" b="1" dirty="0">
                  <a:solidFill>
                    <a:schemeClr val="tx1">
                      <a:lumMod val="75000"/>
                      <a:lumOff val="25000"/>
                    </a:schemeClr>
                  </a:solidFill>
                  <a:latin typeface="Ubuntu" panose="020B0504030602030204" pitchFamily="34" charset="0"/>
                </a:rPr>
                <a:t>de HAL</a:t>
              </a:r>
              <a:endParaRPr sz="1400" dirty="0">
                <a:solidFill>
                  <a:schemeClr val="tx1">
                    <a:lumMod val="75000"/>
                    <a:lumOff val="25000"/>
                  </a:schemeClr>
                </a:solidFill>
                <a:latin typeface="Ubuntu" panose="020B0504030602030204" pitchFamily="34" charset="0"/>
              </a:endParaRPr>
            </a:p>
          </p:txBody>
        </p:sp>
      </p:grpSp>
      <p:grpSp>
        <p:nvGrpSpPr>
          <p:cNvPr id="8" name="Agrupar 7">
            <a:extLst>
              <a:ext uri="{FF2B5EF4-FFF2-40B4-BE49-F238E27FC236}">
                <a16:creationId xmlns:a16="http://schemas.microsoft.com/office/drawing/2014/main" id="{D7873791-C34A-BEDB-7587-9BE55E0973B0}"/>
              </a:ext>
            </a:extLst>
          </p:cNvPr>
          <p:cNvGrpSpPr/>
          <p:nvPr/>
        </p:nvGrpSpPr>
        <p:grpSpPr>
          <a:xfrm>
            <a:off x="5217417" y="1795392"/>
            <a:ext cx="1779831" cy="3603804"/>
            <a:chOff x="5217417" y="1795392"/>
            <a:chExt cx="1779831" cy="3603804"/>
          </a:xfrm>
        </p:grpSpPr>
        <p:pic>
          <p:nvPicPr>
            <p:cNvPr id="10" name="Google Shape;73;p2" descr="Interface gráfica do usuário, Texto, Aplicativo&#10;&#10;O conteúdo gerado por IA pode estar incorreto.">
              <a:extLst>
                <a:ext uri="{FF2B5EF4-FFF2-40B4-BE49-F238E27FC236}">
                  <a16:creationId xmlns:a16="http://schemas.microsoft.com/office/drawing/2014/main" id="{D364BA3D-AA30-A1BF-1F23-1B54F5956C43}"/>
                </a:ext>
              </a:extLst>
            </p:cNvPr>
            <p:cNvPicPr preferRelativeResize="0"/>
            <p:nvPr/>
          </p:nvPicPr>
          <p:blipFill rotWithShape="1">
            <a:blip r:embed="rId5">
              <a:alphaModFix/>
            </a:blip>
            <a:srcRect l="5726" t="1116" r="2056" b="2590"/>
            <a:stretch/>
          </p:blipFill>
          <p:spPr>
            <a:xfrm>
              <a:off x="5217417" y="1795392"/>
              <a:ext cx="1757156" cy="26473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Google Shape;77;p2">
              <a:extLst>
                <a:ext uri="{FF2B5EF4-FFF2-40B4-BE49-F238E27FC236}">
                  <a16:creationId xmlns:a16="http://schemas.microsoft.com/office/drawing/2014/main" id="{5379B1CB-A574-AA79-9CF3-C99CB4FDB3A5}"/>
                </a:ext>
              </a:extLst>
            </p:cNvPr>
            <p:cNvSpPr txBox="1"/>
            <p:nvPr/>
          </p:nvSpPr>
          <p:spPr>
            <a:xfrm>
              <a:off x="5239985" y="4579387"/>
              <a:ext cx="1757263" cy="819809"/>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dirty="0" err="1">
                  <a:solidFill>
                    <a:schemeClr val="tx1">
                      <a:lumMod val="75000"/>
                      <a:lumOff val="25000"/>
                    </a:schemeClr>
                  </a:solidFill>
                  <a:latin typeface="Ubuntu" panose="020B0504030602030204" pitchFamily="34" charset="0"/>
                </a:rPr>
                <a:t>Engenheiro</a:t>
              </a:r>
              <a:r>
                <a:rPr lang="en-US" sz="1400" b="1" dirty="0">
                  <a:solidFill>
                    <a:schemeClr val="tx1">
                      <a:lumMod val="75000"/>
                      <a:lumOff val="25000"/>
                    </a:schemeClr>
                  </a:solidFill>
                  <a:latin typeface="Ubuntu" panose="020B0504030602030204" pitchFamily="34" charset="0"/>
                </a:rPr>
                <a:t> de Framework e Pesquisa</a:t>
              </a:r>
              <a:endParaRPr sz="1400" dirty="0">
                <a:solidFill>
                  <a:schemeClr val="tx1">
                    <a:lumMod val="75000"/>
                    <a:lumOff val="25000"/>
                  </a:schemeClr>
                </a:solidFill>
                <a:latin typeface="Ubuntu" panose="020B0504030602030204" pitchFamily="34" charset="0"/>
              </a:endParaRPr>
            </a:p>
          </p:txBody>
        </p:sp>
      </p:grpSp>
      <p:grpSp>
        <p:nvGrpSpPr>
          <p:cNvPr id="4" name="Agrupar 3">
            <a:extLst>
              <a:ext uri="{FF2B5EF4-FFF2-40B4-BE49-F238E27FC236}">
                <a16:creationId xmlns:a16="http://schemas.microsoft.com/office/drawing/2014/main" id="{7589676C-CA3B-7795-564C-EB44C2BB6158}"/>
              </a:ext>
            </a:extLst>
          </p:cNvPr>
          <p:cNvGrpSpPr/>
          <p:nvPr/>
        </p:nvGrpSpPr>
        <p:grpSpPr>
          <a:xfrm>
            <a:off x="3127152" y="1793453"/>
            <a:ext cx="1757263" cy="3605743"/>
            <a:chOff x="3127152" y="1793453"/>
            <a:chExt cx="1757263" cy="3605743"/>
          </a:xfrm>
        </p:grpSpPr>
        <p:pic>
          <p:nvPicPr>
            <p:cNvPr id="9" name="Google Shape;72;p2" descr="Interface gráfica do usuário, Texto, Aplicativo&#10;&#10;O conteúdo gerado por IA pode estar incorreto.">
              <a:extLst>
                <a:ext uri="{FF2B5EF4-FFF2-40B4-BE49-F238E27FC236}">
                  <a16:creationId xmlns:a16="http://schemas.microsoft.com/office/drawing/2014/main" id="{3CC89509-6FB9-8224-9965-6A83C6312067}"/>
                </a:ext>
              </a:extLst>
            </p:cNvPr>
            <p:cNvPicPr preferRelativeResize="0"/>
            <p:nvPr/>
          </p:nvPicPr>
          <p:blipFill rotWithShape="1">
            <a:blip r:embed="rId6">
              <a:alphaModFix/>
            </a:blip>
            <a:srcRect l="4958" t="2436" r="2705" b="3490"/>
            <a:stretch/>
          </p:blipFill>
          <p:spPr>
            <a:xfrm>
              <a:off x="3127266" y="1793453"/>
              <a:ext cx="1757149" cy="26512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Google Shape;78;p2">
              <a:extLst>
                <a:ext uri="{FF2B5EF4-FFF2-40B4-BE49-F238E27FC236}">
                  <a16:creationId xmlns:a16="http://schemas.microsoft.com/office/drawing/2014/main" id="{119831CE-0B20-AA59-0C84-7F844EFF7A86}"/>
                </a:ext>
              </a:extLst>
            </p:cNvPr>
            <p:cNvSpPr txBox="1"/>
            <p:nvPr/>
          </p:nvSpPr>
          <p:spPr>
            <a:xfrm>
              <a:off x="3127152" y="4579387"/>
              <a:ext cx="1757263" cy="819809"/>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a:solidFill>
                    <a:schemeClr val="tx1">
                      <a:lumMod val="75000"/>
                      <a:lumOff val="25000"/>
                    </a:schemeClr>
                  </a:solidFill>
                  <a:latin typeface="Ubuntu" panose="020B0504030602030204" pitchFamily="34" charset="0"/>
                </a:rPr>
                <a:t>Engenheiro de Aplicação e Integração</a:t>
              </a:r>
              <a:endParaRPr sz="1400">
                <a:solidFill>
                  <a:schemeClr val="tx1">
                    <a:lumMod val="75000"/>
                    <a:lumOff val="25000"/>
                  </a:schemeClr>
                </a:solidFill>
                <a:latin typeface="Ubuntu" panose="020B0504030602030204" pitchFamily="34" charset="0"/>
              </a:endParaRPr>
            </a:p>
          </p:txBody>
        </p:sp>
      </p:grpSp>
      <p:sp>
        <p:nvSpPr>
          <p:cNvPr id="17" name="Retângulo 16">
            <a:extLst>
              <a:ext uri="{FF2B5EF4-FFF2-40B4-BE49-F238E27FC236}">
                <a16:creationId xmlns:a16="http://schemas.microsoft.com/office/drawing/2014/main" id="{2F27116E-5F81-BCBF-E044-4610C3639D85}"/>
              </a:ext>
            </a:extLst>
          </p:cNvPr>
          <p:cNvSpPr/>
          <p:nvPr/>
        </p:nvSpPr>
        <p:spPr>
          <a:xfrm>
            <a:off x="-307385" y="1047181"/>
            <a:ext cx="3143453"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aixaDeTexto 17">
            <a:extLst>
              <a:ext uri="{FF2B5EF4-FFF2-40B4-BE49-F238E27FC236}">
                <a16:creationId xmlns:a16="http://schemas.microsoft.com/office/drawing/2014/main" id="{9745935D-ED5F-BB06-A4EA-6B41FBF934BF}"/>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Equipe 5</a:t>
            </a:r>
            <a:endParaRPr lang="pt-BR" sz="4000" b="1"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255429316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50"/>
                                        <p:tgtEl>
                                          <p:spTgt spid="8"/>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50"/>
                                        <p:tgtEl>
                                          <p:spTgt spid="16"/>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EBFF3140-DE68-A7B0-350D-3754BFE158A0}"/>
              </a:ext>
            </a:extLst>
          </p:cNvPr>
          <p:cNvSpPr/>
          <p:nvPr/>
        </p:nvSpPr>
        <p:spPr>
          <a:xfrm>
            <a:off x="-2755310" y="1047181"/>
            <a:ext cx="5810454"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aixaDeTexto 11">
            <a:extLst>
              <a:ext uri="{FF2B5EF4-FFF2-40B4-BE49-F238E27FC236}">
                <a16:creationId xmlns:a16="http://schemas.microsoft.com/office/drawing/2014/main" id="{0462D296-5C0B-F109-99EB-88FF089EFB78}"/>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Objetivos</a:t>
            </a:r>
            <a:endParaRPr lang="pt-BR" sz="4000" b="1" noProof="0" dirty="0">
              <a:solidFill>
                <a:schemeClr val="tx1">
                  <a:lumMod val="75000"/>
                  <a:lumOff val="25000"/>
                </a:schemeClr>
              </a:solidFill>
              <a:latin typeface="Aptos" panose="020B0004020202020204" pitchFamily="34" charset="0"/>
            </a:endParaRPr>
          </a:p>
        </p:txBody>
      </p:sp>
      <p:grpSp>
        <p:nvGrpSpPr>
          <p:cNvPr id="19" name="Agrupar 18">
            <a:extLst>
              <a:ext uri="{FF2B5EF4-FFF2-40B4-BE49-F238E27FC236}">
                <a16:creationId xmlns:a16="http://schemas.microsoft.com/office/drawing/2014/main" id="{61C822C6-DE25-1F77-232D-3F6DC092669C}"/>
              </a:ext>
            </a:extLst>
          </p:cNvPr>
          <p:cNvGrpSpPr/>
          <p:nvPr/>
        </p:nvGrpSpPr>
        <p:grpSpPr>
          <a:xfrm>
            <a:off x="802089" y="1337665"/>
            <a:ext cx="10587821" cy="3263215"/>
            <a:chOff x="753173" y="1535783"/>
            <a:chExt cx="10587821" cy="3263215"/>
          </a:xfrm>
        </p:grpSpPr>
        <p:sp>
          <p:nvSpPr>
            <p:cNvPr id="8" name="CaixaDeTexto 7">
              <a:extLst>
                <a:ext uri="{FF2B5EF4-FFF2-40B4-BE49-F238E27FC236}">
                  <a16:creationId xmlns:a16="http://schemas.microsoft.com/office/drawing/2014/main" id="{126F50E0-F894-E6E1-24DF-B35229196F19}"/>
                </a:ext>
              </a:extLst>
            </p:cNvPr>
            <p:cNvSpPr txBox="1"/>
            <p:nvPr/>
          </p:nvSpPr>
          <p:spPr>
            <a:xfrm>
              <a:off x="753173" y="2140392"/>
              <a:ext cx="4942778" cy="2308324"/>
            </a:xfrm>
            <a:prstGeom prst="rect">
              <a:avLst/>
            </a:prstGeom>
            <a:noFill/>
          </p:spPr>
          <p:txBody>
            <a:bodyPr wrap="square" rtlCol="0">
              <a:spAutoFit/>
            </a:bodyPr>
            <a:lstStyle/>
            <a:p>
              <a:r>
                <a:rPr lang="pt-BR" sz="2400" dirty="0">
                  <a:solidFill>
                    <a:schemeClr val="tx1">
                      <a:lumMod val="75000"/>
                      <a:lumOff val="25000"/>
                    </a:schemeClr>
                  </a:solidFill>
                  <a:latin typeface="Aptos" panose="020B0004020202020204" pitchFamily="34" charset="0"/>
                </a:rPr>
                <a:t>Integrar um emissor IR baseado em ESP32 ao AOSP para controle de dispositivos em um app Android, implementando driver de kernel e HAL </a:t>
              </a:r>
              <a:r>
                <a:rPr lang="pt-BR" sz="2400" dirty="0" err="1">
                  <a:solidFill>
                    <a:schemeClr val="tx1">
                      <a:lumMod val="75000"/>
                      <a:lumOff val="25000"/>
                    </a:schemeClr>
                  </a:solidFill>
                  <a:latin typeface="Aptos" panose="020B0004020202020204" pitchFamily="34" charset="0"/>
                </a:rPr>
                <a:t>ConsumerIr</a:t>
              </a:r>
              <a:r>
                <a:rPr lang="pt-BR" sz="2400" dirty="0">
                  <a:solidFill>
                    <a:schemeClr val="tx1">
                      <a:lumMod val="75000"/>
                      <a:lumOff val="25000"/>
                    </a:schemeClr>
                  </a:solidFill>
                  <a:latin typeface="Aptos" panose="020B0004020202020204" pitchFamily="34" charset="0"/>
                </a:rPr>
                <a:t>, permitindo envio de sinais IR via API padrão.</a:t>
              </a:r>
              <a:endParaRPr lang="pt-BR" sz="2400" noProof="0" dirty="0">
                <a:solidFill>
                  <a:schemeClr val="tx1">
                    <a:lumMod val="75000"/>
                    <a:lumOff val="25000"/>
                  </a:schemeClr>
                </a:solidFill>
                <a:latin typeface="Aptos" panose="020B0004020202020204" pitchFamily="34" charset="0"/>
              </a:endParaRPr>
            </a:p>
          </p:txBody>
        </p:sp>
        <p:sp>
          <p:nvSpPr>
            <p:cNvPr id="13" name="CaixaDeTexto 12">
              <a:extLst>
                <a:ext uri="{FF2B5EF4-FFF2-40B4-BE49-F238E27FC236}">
                  <a16:creationId xmlns:a16="http://schemas.microsoft.com/office/drawing/2014/main" id="{C768CF3D-9297-5075-D8C0-CE997BADFBE9}"/>
                </a:ext>
              </a:extLst>
            </p:cNvPr>
            <p:cNvSpPr txBox="1"/>
            <p:nvPr/>
          </p:nvSpPr>
          <p:spPr>
            <a:xfrm>
              <a:off x="753173" y="1535783"/>
              <a:ext cx="3986212" cy="523220"/>
            </a:xfrm>
            <a:prstGeom prst="rect">
              <a:avLst/>
            </a:prstGeom>
            <a:noFill/>
          </p:spPr>
          <p:txBody>
            <a:bodyPr wrap="square" rtlCol="0">
              <a:spAutoFit/>
            </a:bodyPr>
            <a:lstStyle/>
            <a:p>
              <a:r>
                <a:rPr lang="pt-BR" sz="2800" b="1" noProof="0" dirty="0">
                  <a:solidFill>
                    <a:srgbClr val="C00000"/>
                  </a:solidFill>
                  <a:latin typeface="Aptos" panose="020B0004020202020204" pitchFamily="34" charset="0"/>
                </a:rPr>
                <a:t>Objetivo Principal</a:t>
              </a:r>
            </a:p>
          </p:txBody>
        </p:sp>
        <p:sp>
          <p:nvSpPr>
            <p:cNvPr id="16" name="CaixaDeTexto 15">
              <a:extLst>
                <a:ext uri="{FF2B5EF4-FFF2-40B4-BE49-F238E27FC236}">
                  <a16:creationId xmlns:a16="http://schemas.microsoft.com/office/drawing/2014/main" id="{27A082E1-9EF0-D6A4-CEDD-EC9C85501391}"/>
                </a:ext>
              </a:extLst>
            </p:cNvPr>
            <p:cNvSpPr txBox="1"/>
            <p:nvPr/>
          </p:nvSpPr>
          <p:spPr>
            <a:xfrm>
              <a:off x="6398216" y="2121342"/>
              <a:ext cx="4942778" cy="2677656"/>
            </a:xfrm>
            <a:prstGeom prst="rect">
              <a:avLst/>
            </a:prstGeom>
            <a:noFill/>
          </p:spPr>
          <p:txBody>
            <a:bodyPr wrap="square" rtlCol="0">
              <a:spAutoFit/>
            </a:bodyPr>
            <a:lstStyle/>
            <a:p>
              <a:pPr marL="342900" indent="-342900">
                <a:buFont typeface="Arial" panose="020B0604020202020204" pitchFamily="34" charset="0"/>
                <a:buChar char="•"/>
              </a:pPr>
              <a:r>
                <a:rPr lang="pt-BR" sz="2400" dirty="0">
                  <a:solidFill>
                    <a:schemeClr val="tx1">
                      <a:lumMod val="75000"/>
                      <a:lumOff val="25000"/>
                    </a:schemeClr>
                  </a:solidFill>
                  <a:latin typeface="Aptos" panose="020B0004020202020204" pitchFamily="34" charset="0"/>
                </a:rPr>
                <a:t>Desenvolver e integrar driver de kernel para o emissor IR no ESP32.</a:t>
              </a:r>
            </a:p>
            <a:p>
              <a:pPr marL="342900" indent="-342900">
                <a:buFont typeface="Arial" panose="020B0604020202020204" pitchFamily="34" charset="0"/>
                <a:buChar char="•"/>
              </a:pPr>
              <a:r>
                <a:rPr lang="pt-BR" sz="2400" dirty="0">
                  <a:solidFill>
                    <a:schemeClr val="tx1">
                      <a:lumMod val="75000"/>
                      <a:lumOff val="25000"/>
                    </a:schemeClr>
                  </a:solidFill>
                  <a:latin typeface="Aptos" panose="020B0004020202020204" pitchFamily="34" charset="0"/>
                </a:rPr>
                <a:t>Implementar HAL </a:t>
              </a:r>
              <a:r>
                <a:rPr lang="pt-BR" sz="2400" dirty="0" err="1">
                  <a:solidFill>
                    <a:schemeClr val="tx1">
                      <a:lumMod val="75000"/>
                      <a:lumOff val="25000"/>
                    </a:schemeClr>
                  </a:solidFill>
                  <a:latin typeface="Aptos" panose="020B0004020202020204" pitchFamily="34" charset="0"/>
                </a:rPr>
                <a:t>ConsumerIr</a:t>
              </a:r>
              <a:r>
                <a:rPr lang="pt-BR" sz="2400" dirty="0">
                  <a:solidFill>
                    <a:schemeClr val="tx1">
                      <a:lumMod val="75000"/>
                      <a:lumOff val="25000"/>
                    </a:schemeClr>
                  </a:solidFill>
                  <a:latin typeface="Aptos" panose="020B0004020202020204" pitchFamily="34" charset="0"/>
                </a:rPr>
                <a:t> compatível com a API Android.</a:t>
              </a:r>
            </a:p>
            <a:p>
              <a:pPr marL="342900" indent="-342900">
                <a:buFont typeface="Arial" panose="020B0604020202020204" pitchFamily="34" charset="0"/>
                <a:buChar char="•"/>
              </a:pPr>
              <a:r>
                <a:rPr lang="pt-BR" sz="2400" dirty="0">
                  <a:solidFill>
                    <a:schemeClr val="tx1">
                      <a:lumMod val="75000"/>
                      <a:lumOff val="25000"/>
                    </a:schemeClr>
                  </a:solidFill>
                  <a:latin typeface="Aptos" panose="020B0004020202020204" pitchFamily="34" charset="0"/>
                </a:rPr>
                <a:t>Criar app de controle que envie sinais IR usando a API padrão.</a:t>
              </a:r>
              <a:endParaRPr lang="pt-BR" sz="2400" noProof="0" dirty="0">
                <a:solidFill>
                  <a:schemeClr val="tx1">
                    <a:lumMod val="75000"/>
                    <a:lumOff val="25000"/>
                  </a:schemeClr>
                </a:solidFill>
                <a:latin typeface="Aptos" panose="020B0004020202020204" pitchFamily="34" charset="0"/>
              </a:endParaRPr>
            </a:p>
          </p:txBody>
        </p:sp>
        <p:sp>
          <p:nvSpPr>
            <p:cNvPr id="18" name="CaixaDeTexto 17">
              <a:extLst>
                <a:ext uri="{FF2B5EF4-FFF2-40B4-BE49-F238E27FC236}">
                  <a16:creationId xmlns:a16="http://schemas.microsoft.com/office/drawing/2014/main" id="{AA60A5EA-9260-CF43-D3A4-674C77B326FC}"/>
                </a:ext>
              </a:extLst>
            </p:cNvPr>
            <p:cNvSpPr txBox="1"/>
            <p:nvPr/>
          </p:nvSpPr>
          <p:spPr>
            <a:xfrm>
              <a:off x="6398216" y="1535783"/>
              <a:ext cx="3986212" cy="523220"/>
            </a:xfrm>
            <a:prstGeom prst="rect">
              <a:avLst/>
            </a:prstGeom>
            <a:noFill/>
          </p:spPr>
          <p:txBody>
            <a:bodyPr wrap="square" rtlCol="0">
              <a:spAutoFit/>
            </a:bodyPr>
            <a:lstStyle/>
            <a:p>
              <a:r>
                <a:rPr lang="pt-BR" sz="2800" b="1" noProof="0" dirty="0">
                  <a:solidFill>
                    <a:srgbClr val="C00000"/>
                  </a:solidFill>
                  <a:latin typeface="Aptos" panose="020B0004020202020204" pitchFamily="34" charset="0"/>
                </a:rPr>
                <a:t>Objetivos Específicos</a:t>
              </a:r>
            </a:p>
          </p:txBody>
        </p:sp>
      </p:grpSp>
      <p:grpSp>
        <p:nvGrpSpPr>
          <p:cNvPr id="22" name="Agrupar 21">
            <a:extLst>
              <a:ext uri="{FF2B5EF4-FFF2-40B4-BE49-F238E27FC236}">
                <a16:creationId xmlns:a16="http://schemas.microsoft.com/office/drawing/2014/main" id="{5E1B045C-C924-6BC0-E1B3-9901F25EAFF9}"/>
              </a:ext>
            </a:extLst>
          </p:cNvPr>
          <p:cNvGrpSpPr/>
          <p:nvPr/>
        </p:nvGrpSpPr>
        <p:grpSpPr>
          <a:xfrm>
            <a:off x="2559648" y="4925799"/>
            <a:ext cx="7072705" cy="885019"/>
            <a:chOff x="2795195" y="4925799"/>
            <a:chExt cx="7072705" cy="885019"/>
          </a:xfrm>
        </p:grpSpPr>
        <p:sp>
          <p:nvSpPr>
            <p:cNvPr id="20" name="CaixaDeTexto 19">
              <a:extLst>
                <a:ext uri="{FF2B5EF4-FFF2-40B4-BE49-F238E27FC236}">
                  <a16:creationId xmlns:a16="http://schemas.microsoft.com/office/drawing/2014/main" id="{5EA314A4-D3F5-3980-F867-8F8E1FC1D2F3}"/>
                </a:ext>
              </a:extLst>
            </p:cNvPr>
            <p:cNvSpPr txBox="1"/>
            <p:nvPr/>
          </p:nvSpPr>
          <p:spPr>
            <a:xfrm>
              <a:off x="2919020" y="5014365"/>
              <a:ext cx="6825055" cy="707886"/>
            </a:xfrm>
            <a:prstGeom prst="rect">
              <a:avLst/>
            </a:prstGeom>
            <a:noFill/>
          </p:spPr>
          <p:txBody>
            <a:bodyPr wrap="square" rtlCol="0">
              <a:spAutoFit/>
            </a:bodyPr>
            <a:lstStyle/>
            <a:p>
              <a:pPr algn="ctr"/>
              <a:r>
                <a:rPr lang="pt-BR" sz="2000" b="1" noProof="0" dirty="0">
                  <a:solidFill>
                    <a:srgbClr val="C00000"/>
                  </a:solidFill>
                  <a:latin typeface="Aptos" panose="020B0004020202020204" pitchFamily="34" charset="0"/>
                </a:rPr>
                <a:t>Desafio Extra: </a:t>
              </a:r>
              <a:r>
                <a:rPr lang="pt-BR" sz="2000" noProof="0" dirty="0">
                  <a:solidFill>
                    <a:schemeClr val="tx1">
                      <a:lumMod val="75000"/>
                      <a:lumOff val="25000"/>
                    </a:schemeClr>
                  </a:solidFill>
                  <a:latin typeface="Aptos" panose="020B0004020202020204" pitchFamily="34" charset="0"/>
                </a:rPr>
                <a:t>implementar no aplicativo a recepção de dados via infravermelho. </a:t>
              </a:r>
            </a:p>
          </p:txBody>
        </p:sp>
        <p:sp>
          <p:nvSpPr>
            <p:cNvPr id="21" name="Retângulo: Cantos Arredondados 20">
              <a:extLst>
                <a:ext uri="{FF2B5EF4-FFF2-40B4-BE49-F238E27FC236}">
                  <a16:creationId xmlns:a16="http://schemas.microsoft.com/office/drawing/2014/main" id="{6F4EE675-6763-4F91-8EF5-C219F82613EA}"/>
                </a:ext>
              </a:extLst>
            </p:cNvPr>
            <p:cNvSpPr/>
            <p:nvPr/>
          </p:nvSpPr>
          <p:spPr>
            <a:xfrm>
              <a:off x="2795195" y="4925799"/>
              <a:ext cx="7072705" cy="885019"/>
            </a:xfrm>
            <a:prstGeom prst="roundRect">
              <a:avLst/>
            </a:prstGeom>
            <a:noFill/>
            <a:ln>
              <a:solidFill>
                <a:srgbClr val="FF5B5B"/>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72158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ela 6">
            <a:extLst>
              <a:ext uri="{FF2B5EF4-FFF2-40B4-BE49-F238E27FC236}">
                <a16:creationId xmlns:a16="http://schemas.microsoft.com/office/drawing/2014/main" id="{2AA4D2AD-791C-55E7-B931-C36B0E0328F9}"/>
              </a:ext>
            </a:extLst>
          </p:cNvPr>
          <p:cNvGraphicFramePr>
            <a:graphicFrameLocks noGrp="1"/>
          </p:cNvGraphicFramePr>
          <p:nvPr>
            <p:extLst>
              <p:ext uri="{D42A27DB-BD31-4B8C-83A1-F6EECF244321}">
                <p14:modId xmlns:p14="http://schemas.microsoft.com/office/powerpoint/2010/main" val="3850273588"/>
              </p:ext>
            </p:extLst>
          </p:nvPr>
        </p:nvGraphicFramePr>
        <p:xfrm>
          <a:off x="313060" y="1350153"/>
          <a:ext cx="11565881" cy="4114800"/>
        </p:xfrm>
        <a:graphic>
          <a:graphicData uri="http://schemas.openxmlformats.org/drawingml/2006/table">
            <a:tbl>
              <a:tblPr firstRow="1" bandRow="1">
                <a:tableStyleId>{C083E6E3-FA7D-4D7B-A595-EF9225AFEA82}</a:tableStyleId>
              </a:tblPr>
              <a:tblGrid>
                <a:gridCol w="2092262">
                  <a:extLst>
                    <a:ext uri="{9D8B030D-6E8A-4147-A177-3AD203B41FA5}">
                      <a16:colId xmlns:a16="http://schemas.microsoft.com/office/drawing/2014/main" val="1615565436"/>
                    </a:ext>
                  </a:extLst>
                </a:gridCol>
                <a:gridCol w="350019">
                  <a:extLst>
                    <a:ext uri="{9D8B030D-6E8A-4147-A177-3AD203B41FA5}">
                      <a16:colId xmlns:a16="http://schemas.microsoft.com/office/drawing/2014/main" val="504572934"/>
                    </a:ext>
                  </a:extLst>
                </a:gridCol>
                <a:gridCol w="350019">
                  <a:extLst>
                    <a:ext uri="{9D8B030D-6E8A-4147-A177-3AD203B41FA5}">
                      <a16:colId xmlns:a16="http://schemas.microsoft.com/office/drawing/2014/main" val="389402685"/>
                    </a:ext>
                  </a:extLst>
                </a:gridCol>
                <a:gridCol w="350019">
                  <a:extLst>
                    <a:ext uri="{9D8B030D-6E8A-4147-A177-3AD203B41FA5}">
                      <a16:colId xmlns:a16="http://schemas.microsoft.com/office/drawing/2014/main" val="1076907091"/>
                    </a:ext>
                  </a:extLst>
                </a:gridCol>
                <a:gridCol w="350019">
                  <a:extLst>
                    <a:ext uri="{9D8B030D-6E8A-4147-A177-3AD203B41FA5}">
                      <a16:colId xmlns:a16="http://schemas.microsoft.com/office/drawing/2014/main" val="3989168676"/>
                    </a:ext>
                  </a:extLst>
                </a:gridCol>
                <a:gridCol w="350019">
                  <a:extLst>
                    <a:ext uri="{9D8B030D-6E8A-4147-A177-3AD203B41FA5}">
                      <a16:colId xmlns:a16="http://schemas.microsoft.com/office/drawing/2014/main" val="4027240131"/>
                    </a:ext>
                  </a:extLst>
                </a:gridCol>
                <a:gridCol w="350019">
                  <a:extLst>
                    <a:ext uri="{9D8B030D-6E8A-4147-A177-3AD203B41FA5}">
                      <a16:colId xmlns:a16="http://schemas.microsoft.com/office/drawing/2014/main" val="2789841565"/>
                    </a:ext>
                  </a:extLst>
                </a:gridCol>
                <a:gridCol w="350019">
                  <a:extLst>
                    <a:ext uri="{9D8B030D-6E8A-4147-A177-3AD203B41FA5}">
                      <a16:colId xmlns:a16="http://schemas.microsoft.com/office/drawing/2014/main" val="3322691425"/>
                    </a:ext>
                  </a:extLst>
                </a:gridCol>
                <a:gridCol w="350019">
                  <a:extLst>
                    <a:ext uri="{9D8B030D-6E8A-4147-A177-3AD203B41FA5}">
                      <a16:colId xmlns:a16="http://schemas.microsoft.com/office/drawing/2014/main" val="3263459405"/>
                    </a:ext>
                  </a:extLst>
                </a:gridCol>
                <a:gridCol w="350019">
                  <a:extLst>
                    <a:ext uri="{9D8B030D-6E8A-4147-A177-3AD203B41FA5}">
                      <a16:colId xmlns:a16="http://schemas.microsoft.com/office/drawing/2014/main" val="853399786"/>
                    </a:ext>
                  </a:extLst>
                </a:gridCol>
                <a:gridCol w="350019">
                  <a:extLst>
                    <a:ext uri="{9D8B030D-6E8A-4147-A177-3AD203B41FA5}">
                      <a16:colId xmlns:a16="http://schemas.microsoft.com/office/drawing/2014/main" val="2336345903"/>
                    </a:ext>
                  </a:extLst>
                </a:gridCol>
                <a:gridCol w="350019">
                  <a:extLst>
                    <a:ext uri="{9D8B030D-6E8A-4147-A177-3AD203B41FA5}">
                      <a16:colId xmlns:a16="http://schemas.microsoft.com/office/drawing/2014/main" val="735121093"/>
                    </a:ext>
                  </a:extLst>
                </a:gridCol>
                <a:gridCol w="350019">
                  <a:extLst>
                    <a:ext uri="{9D8B030D-6E8A-4147-A177-3AD203B41FA5}">
                      <a16:colId xmlns:a16="http://schemas.microsoft.com/office/drawing/2014/main" val="2101986945"/>
                    </a:ext>
                  </a:extLst>
                </a:gridCol>
                <a:gridCol w="350019">
                  <a:extLst>
                    <a:ext uri="{9D8B030D-6E8A-4147-A177-3AD203B41FA5}">
                      <a16:colId xmlns:a16="http://schemas.microsoft.com/office/drawing/2014/main" val="1079283190"/>
                    </a:ext>
                  </a:extLst>
                </a:gridCol>
                <a:gridCol w="350019">
                  <a:extLst>
                    <a:ext uri="{9D8B030D-6E8A-4147-A177-3AD203B41FA5}">
                      <a16:colId xmlns:a16="http://schemas.microsoft.com/office/drawing/2014/main" val="3536493070"/>
                    </a:ext>
                  </a:extLst>
                </a:gridCol>
                <a:gridCol w="350019">
                  <a:extLst>
                    <a:ext uri="{9D8B030D-6E8A-4147-A177-3AD203B41FA5}">
                      <a16:colId xmlns:a16="http://schemas.microsoft.com/office/drawing/2014/main" val="501489074"/>
                    </a:ext>
                  </a:extLst>
                </a:gridCol>
                <a:gridCol w="350019">
                  <a:extLst>
                    <a:ext uri="{9D8B030D-6E8A-4147-A177-3AD203B41FA5}">
                      <a16:colId xmlns:a16="http://schemas.microsoft.com/office/drawing/2014/main" val="3521158468"/>
                    </a:ext>
                  </a:extLst>
                </a:gridCol>
                <a:gridCol w="350019">
                  <a:extLst>
                    <a:ext uri="{9D8B030D-6E8A-4147-A177-3AD203B41FA5}">
                      <a16:colId xmlns:a16="http://schemas.microsoft.com/office/drawing/2014/main" val="4069177640"/>
                    </a:ext>
                  </a:extLst>
                </a:gridCol>
                <a:gridCol w="350019">
                  <a:extLst>
                    <a:ext uri="{9D8B030D-6E8A-4147-A177-3AD203B41FA5}">
                      <a16:colId xmlns:a16="http://schemas.microsoft.com/office/drawing/2014/main" val="1214869407"/>
                    </a:ext>
                  </a:extLst>
                </a:gridCol>
                <a:gridCol w="350019">
                  <a:extLst>
                    <a:ext uri="{9D8B030D-6E8A-4147-A177-3AD203B41FA5}">
                      <a16:colId xmlns:a16="http://schemas.microsoft.com/office/drawing/2014/main" val="2469709876"/>
                    </a:ext>
                  </a:extLst>
                </a:gridCol>
                <a:gridCol w="350019">
                  <a:extLst>
                    <a:ext uri="{9D8B030D-6E8A-4147-A177-3AD203B41FA5}">
                      <a16:colId xmlns:a16="http://schemas.microsoft.com/office/drawing/2014/main" val="282462124"/>
                    </a:ext>
                  </a:extLst>
                </a:gridCol>
                <a:gridCol w="350019">
                  <a:extLst>
                    <a:ext uri="{9D8B030D-6E8A-4147-A177-3AD203B41FA5}">
                      <a16:colId xmlns:a16="http://schemas.microsoft.com/office/drawing/2014/main" val="1976574102"/>
                    </a:ext>
                  </a:extLst>
                </a:gridCol>
                <a:gridCol w="350019">
                  <a:extLst>
                    <a:ext uri="{9D8B030D-6E8A-4147-A177-3AD203B41FA5}">
                      <a16:colId xmlns:a16="http://schemas.microsoft.com/office/drawing/2014/main" val="2709341263"/>
                    </a:ext>
                  </a:extLst>
                </a:gridCol>
                <a:gridCol w="350019">
                  <a:extLst>
                    <a:ext uri="{9D8B030D-6E8A-4147-A177-3AD203B41FA5}">
                      <a16:colId xmlns:a16="http://schemas.microsoft.com/office/drawing/2014/main" val="2109684392"/>
                    </a:ext>
                  </a:extLst>
                </a:gridCol>
                <a:gridCol w="350019">
                  <a:extLst>
                    <a:ext uri="{9D8B030D-6E8A-4147-A177-3AD203B41FA5}">
                      <a16:colId xmlns:a16="http://schemas.microsoft.com/office/drawing/2014/main" val="2436056708"/>
                    </a:ext>
                  </a:extLst>
                </a:gridCol>
                <a:gridCol w="357721">
                  <a:extLst>
                    <a:ext uri="{9D8B030D-6E8A-4147-A177-3AD203B41FA5}">
                      <a16:colId xmlns:a16="http://schemas.microsoft.com/office/drawing/2014/main" val="3495033903"/>
                    </a:ext>
                  </a:extLst>
                </a:gridCol>
                <a:gridCol w="357721">
                  <a:extLst>
                    <a:ext uri="{9D8B030D-6E8A-4147-A177-3AD203B41FA5}">
                      <a16:colId xmlns:a16="http://schemas.microsoft.com/office/drawing/2014/main" val="1272848639"/>
                    </a:ext>
                  </a:extLst>
                </a:gridCol>
                <a:gridCol w="357721">
                  <a:extLst>
                    <a:ext uri="{9D8B030D-6E8A-4147-A177-3AD203B41FA5}">
                      <a16:colId xmlns:a16="http://schemas.microsoft.com/office/drawing/2014/main" val="2794139873"/>
                    </a:ext>
                  </a:extLst>
                </a:gridCol>
              </a:tblGrid>
              <a:tr h="0">
                <a:tc rowSpan="3">
                  <a:txBody>
                    <a:bodyPr/>
                    <a:lstStyle/>
                    <a:p>
                      <a:pPr algn="ctr"/>
                      <a:r>
                        <a:rPr lang="pt-BR" sz="1200" dirty="0"/>
                        <a:t>Atividades</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pt-BR" sz="1200" dirty="0"/>
                        <a:t>2025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3">
                  <a:txBody>
                    <a:bodyPr/>
                    <a:lstStyle/>
                    <a:p>
                      <a:pPr algn="ctr"/>
                      <a:r>
                        <a:rPr lang="pt-BR" sz="1200" dirty="0"/>
                        <a:t>2026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4635836"/>
                  </a:ext>
                </a:extLst>
              </a:tr>
              <a:tr h="0">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pt-BR" sz="1200" dirty="0"/>
                        <a:t>Dezembro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2">
                  <a:txBody>
                    <a:bodyPr/>
                    <a:lstStyle/>
                    <a:p>
                      <a:pPr algn="ctr"/>
                      <a:r>
                        <a:rPr lang="pt-BR" sz="1200" dirty="0"/>
                        <a:t>Janeiro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1">
                  <a:txBody>
                    <a:bodyPr/>
                    <a:lstStyle/>
                    <a:p>
                      <a:pPr algn="ctr"/>
                      <a:r>
                        <a:rPr lang="pt-BR" sz="1200" dirty="0"/>
                        <a:t>Fevereiro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5970485"/>
                  </a:ext>
                </a:extLst>
              </a:tr>
              <a:tr h="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30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31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0301364"/>
                  </a:ext>
                </a:extLst>
              </a:tr>
              <a:tr h="0">
                <a:tc>
                  <a:txBody>
                    <a:bodyPr/>
                    <a:lstStyle/>
                    <a:p>
                      <a:pPr marL="0" indent="0">
                        <a:buNone/>
                      </a:pPr>
                      <a:r>
                        <a:rPr lang="pt-BR" sz="1200" dirty="0"/>
                        <a:t>1. Planejamento da Atividades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585837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1.1. Criação do repositório Github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63552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1.2. Divisão das funções do integrantes da equipe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5200762"/>
                  </a:ext>
                </a:extLst>
              </a:tr>
              <a:tr h="0">
                <a:tc>
                  <a:txBody>
                    <a:bodyPr/>
                    <a:lstStyle/>
                    <a:p>
                      <a:r>
                        <a:rPr lang="pt-BR" sz="1200" dirty="0"/>
                        <a:t>2. Montagem do Hardware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solidFill>
                          <a:srgbClr val="FFBDBD"/>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053503"/>
                  </a:ext>
                </a:extLst>
              </a:tr>
              <a:tr h="258618">
                <a:tc>
                  <a:txBody>
                    <a:bodyPr/>
                    <a:lstStyle/>
                    <a:p>
                      <a:r>
                        <a:rPr lang="pt-BR" sz="1200" dirty="0"/>
                        <a:t>3. Firmware Emissor/Receptor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8146156"/>
                  </a:ext>
                </a:extLst>
              </a:tr>
              <a:tr h="0">
                <a:tc>
                  <a:txBody>
                    <a:bodyPr/>
                    <a:lstStyle/>
                    <a:p>
                      <a:r>
                        <a:rPr lang="pt-BR" sz="1200" dirty="0"/>
                        <a:t>4. Firmware do Driver Linux</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305528"/>
                  </a:ext>
                </a:extLst>
              </a:tr>
              <a:tr h="125614">
                <a:tc>
                  <a:txBody>
                    <a:bodyPr/>
                    <a:lstStyle/>
                    <a:p>
                      <a:r>
                        <a:rPr lang="pt-BR" sz="1200" dirty="0"/>
                        <a:t>5. Integração e Teste de Funcionamento do HW/Driver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8249462"/>
                  </a:ext>
                </a:extLst>
              </a:tr>
              <a:tr h="125614">
                <a:tc>
                  <a:txBody>
                    <a:bodyPr/>
                    <a:lstStyle/>
                    <a:p>
                      <a:r>
                        <a:rPr lang="pt-BR" sz="1200" dirty="0"/>
                        <a:t>6. Pesquisa da HAL nativa</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1588993"/>
                  </a:ext>
                </a:extLst>
              </a:tr>
              <a:tr h="125614">
                <a:tc>
                  <a:txBody>
                    <a:bodyPr/>
                    <a:lstStyle/>
                    <a:p>
                      <a:r>
                        <a:rPr lang="pt-BR" sz="1200" dirty="0"/>
                        <a:t>7. Driver Linux e Testes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1363883"/>
                  </a:ext>
                </a:extLst>
              </a:tr>
              <a:tr h="137622">
                <a:tc>
                  <a:txBody>
                    <a:bodyPr/>
                    <a:lstStyle/>
                    <a:p>
                      <a:r>
                        <a:rPr lang="pt-BR" sz="1200" dirty="0"/>
                        <a:t>8. Apresentação Parcial 1/2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solidFill>
                          <a:srgbClr val="FFBDBD"/>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3643974"/>
                  </a:ext>
                </a:extLst>
              </a:tr>
            </a:tbl>
          </a:graphicData>
        </a:graphic>
      </p:graphicFrame>
      <p:sp>
        <p:nvSpPr>
          <p:cNvPr id="8" name="Retângulo 7">
            <a:extLst>
              <a:ext uri="{FF2B5EF4-FFF2-40B4-BE49-F238E27FC236}">
                <a16:creationId xmlns:a16="http://schemas.microsoft.com/office/drawing/2014/main" id="{84FC8540-80FC-D625-EBD1-BD025FDF915A}"/>
              </a:ext>
            </a:extLst>
          </p:cNvPr>
          <p:cNvSpPr/>
          <p:nvPr/>
        </p:nvSpPr>
        <p:spPr>
          <a:xfrm>
            <a:off x="-307385" y="1047181"/>
            <a:ext cx="4012609"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aixaDeTexto 8">
            <a:extLst>
              <a:ext uri="{FF2B5EF4-FFF2-40B4-BE49-F238E27FC236}">
                <a16:creationId xmlns:a16="http://schemas.microsoft.com/office/drawing/2014/main" id="{A35C77FA-D340-8A51-4A68-B5E732A8EA64}"/>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Cronograma</a:t>
            </a:r>
            <a:endParaRPr lang="pt-BR" sz="4000" b="1"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50538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ela 5">
            <a:extLst>
              <a:ext uri="{FF2B5EF4-FFF2-40B4-BE49-F238E27FC236}">
                <a16:creationId xmlns:a16="http://schemas.microsoft.com/office/drawing/2014/main" id="{B861B2FF-DDF6-53E2-1FC2-E3AE3340F835}"/>
              </a:ext>
            </a:extLst>
          </p:cNvPr>
          <p:cNvGraphicFramePr>
            <a:graphicFrameLocks noGrp="1"/>
          </p:cNvGraphicFramePr>
          <p:nvPr>
            <p:extLst>
              <p:ext uri="{D42A27DB-BD31-4B8C-83A1-F6EECF244321}">
                <p14:modId xmlns:p14="http://schemas.microsoft.com/office/powerpoint/2010/main" val="3790568298"/>
              </p:ext>
            </p:extLst>
          </p:nvPr>
        </p:nvGraphicFramePr>
        <p:xfrm>
          <a:off x="313060" y="1350153"/>
          <a:ext cx="11565881" cy="4114800"/>
        </p:xfrm>
        <a:graphic>
          <a:graphicData uri="http://schemas.openxmlformats.org/drawingml/2006/table">
            <a:tbl>
              <a:tblPr firstRow="1" bandRow="1">
                <a:tableStyleId>{C083E6E3-FA7D-4D7B-A595-EF9225AFEA82}</a:tableStyleId>
              </a:tblPr>
              <a:tblGrid>
                <a:gridCol w="2092262">
                  <a:extLst>
                    <a:ext uri="{9D8B030D-6E8A-4147-A177-3AD203B41FA5}">
                      <a16:colId xmlns:a16="http://schemas.microsoft.com/office/drawing/2014/main" val="1615565436"/>
                    </a:ext>
                  </a:extLst>
                </a:gridCol>
                <a:gridCol w="350019">
                  <a:extLst>
                    <a:ext uri="{9D8B030D-6E8A-4147-A177-3AD203B41FA5}">
                      <a16:colId xmlns:a16="http://schemas.microsoft.com/office/drawing/2014/main" val="504572934"/>
                    </a:ext>
                  </a:extLst>
                </a:gridCol>
                <a:gridCol w="350019">
                  <a:extLst>
                    <a:ext uri="{9D8B030D-6E8A-4147-A177-3AD203B41FA5}">
                      <a16:colId xmlns:a16="http://schemas.microsoft.com/office/drawing/2014/main" val="389402685"/>
                    </a:ext>
                  </a:extLst>
                </a:gridCol>
                <a:gridCol w="350019">
                  <a:extLst>
                    <a:ext uri="{9D8B030D-6E8A-4147-A177-3AD203B41FA5}">
                      <a16:colId xmlns:a16="http://schemas.microsoft.com/office/drawing/2014/main" val="1076907091"/>
                    </a:ext>
                  </a:extLst>
                </a:gridCol>
                <a:gridCol w="350019">
                  <a:extLst>
                    <a:ext uri="{9D8B030D-6E8A-4147-A177-3AD203B41FA5}">
                      <a16:colId xmlns:a16="http://schemas.microsoft.com/office/drawing/2014/main" val="3989168676"/>
                    </a:ext>
                  </a:extLst>
                </a:gridCol>
                <a:gridCol w="350019">
                  <a:extLst>
                    <a:ext uri="{9D8B030D-6E8A-4147-A177-3AD203B41FA5}">
                      <a16:colId xmlns:a16="http://schemas.microsoft.com/office/drawing/2014/main" val="4027240131"/>
                    </a:ext>
                  </a:extLst>
                </a:gridCol>
                <a:gridCol w="350019">
                  <a:extLst>
                    <a:ext uri="{9D8B030D-6E8A-4147-A177-3AD203B41FA5}">
                      <a16:colId xmlns:a16="http://schemas.microsoft.com/office/drawing/2014/main" val="2789841565"/>
                    </a:ext>
                  </a:extLst>
                </a:gridCol>
                <a:gridCol w="350019">
                  <a:extLst>
                    <a:ext uri="{9D8B030D-6E8A-4147-A177-3AD203B41FA5}">
                      <a16:colId xmlns:a16="http://schemas.microsoft.com/office/drawing/2014/main" val="3322691425"/>
                    </a:ext>
                  </a:extLst>
                </a:gridCol>
                <a:gridCol w="350019">
                  <a:extLst>
                    <a:ext uri="{9D8B030D-6E8A-4147-A177-3AD203B41FA5}">
                      <a16:colId xmlns:a16="http://schemas.microsoft.com/office/drawing/2014/main" val="3263459405"/>
                    </a:ext>
                  </a:extLst>
                </a:gridCol>
                <a:gridCol w="350019">
                  <a:extLst>
                    <a:ext uri="{9D8B030D-6E8A-4147-A177-3AD203B41FA5}">
                      <a16:colId xmlns:a16="http://schemas.microsoft.com/office/drawing/2014/main" val="853399786"/>
                    </a:ext>
                  </a:extLst>
                </a:gridCol>
                <a:gridCol w="350019">
                  <a:extLst>
                    <a:ext uri="{9D8B030D-6E8A-4147-A177-3AD203B41FA5}">
                      <a16:colId xmlns:a16="http://schemas.microsoft.com/office/drawing/2014/main" val="2336345903"/>
                    </a:ext>
                  </a:extLst>
                </a:gridCol>
                <a:gridCol w="350019">
                  <a:extLst>
                    <a:ext uri="{9D8B030D-6E8A-4147-A177-3AD203B41FA5}">
                      <a16:colId xmlns:a16="http://schemas.microsoft.com/office/drawing/2014/main" val="735121093"/>
                    </a:ext>
                  </a:extLst>
                </a:gridCol>
                <a:gridCol w="350019">
                  <a:extLst>
                    <a:ext uri="{9D8B030D-6E8A-4147-A177-3AD203B41FA5}">
                      <a16:colId xmlns:a16="http://schemas.microsoft.com/office/drawing/2014/main" val="2101986945"/>
                    </a:ext>
                  </a:extLst>
                </a:gridCol>
                <a:gridCol w="350019">
                  <a:extLst>
                    <a:ext uri="{9D8B030D-6E8A-4147-A177-3AD203B41FA5}">
                      <a16:colId xmlns:a16="http://schemas.microsoft.com/office/drawing/2014/main" val="1079283190"/>
                    </a:ext>
                  </a:extLst>
                </a:gridCol>
                <a:gridCol w="350019">
                  <a:extLst>
                    <a:ext uri="{9D8B030D-6E8A-4147-A177-3AD203B41FA5}">
                      <a16:colId xmlns:a16="http://schemas.microsoft.com/office/drawing/2014/main" val="3536493070"/>
                    </a:ext>
                  </a:extLst>
                </a:gridCol>
                <a:gridCol w="350019">
                  <a:extLst>
                    <a:ext uri="{9D8B030D-6E8A-4147-A177-3AD203B41FA5}">
                      <a16:colId xmlns:a16="http://schemas.microsoft.com/office/drawing/2014/main" val="501489074"/>
                    </a:ext>
                  </a:extLst>
                </a:gridCol>
                <a:gridCol w="350019">
                  <a:extLst>
                    <a:ext uri="{9D8B030D-6E8A-4147-A177-3AD203B41FA5}">
                      <a16:colId xmlns:a16="http://schemas.microsoft.com/office/drawing/2014/main" val="3521158468"/>
                    </a:ext>
                  </a:extLst>
                </a:gridCol>
                <a:gridCol w="350019">
                  <a:extLst>
                    <a:ext uri="{9D8B030D-6E8A-4147-A177-3AD203B41FA5}">
                      <a16:colId xmlns:a16="http://schemas.microsoft.com/office/drawing/2014/main" val="4069177640"/>
                    </a:ext>
                  </a:extLst>
                </a:gridCol>
                <a:gridCol w="350019">
                  <a:extLst>
                    <a:ext uri="{9D8B030D-6E8A-4147-A177-3AD203B41FA5}">
                      <a16:colId xmlns:a16="http://schemas.microsoft.com/office/drawing/2014/main" val="1214869407"/>
                    </a:ext>
                  </a:extLst>
                </a:gridCol>
                <a:gridCol w="350019">
                  <a:extLst>
                    <a:ext uri="{9D8B030D-6E8A-4147-A177-3AD203B41FA5}">
                      <a16:colId xmlns:a16="http://schemas.microsoft.com/office/drawing/2014/main" val="2469709876"/>
                    </a:ext>
                  </a:extLst>
                </a:gridCol>
                <a:gridCol w="350019">
                  <a:extLst>
                    <a:ext uri="{9D8B030D-6E8A-4147-A177-3AD203B41FA5}">
                      <a16:colId xmlns:a16="http://schemas.microsoft.com/office/drawing/2014/main" val="282462124"/>
                    </a:ext>
                  </a:extLst>
                </a:gridCol>
                <a:gridCol w="350019">
                  <a:extLst>
                    <a:ext uri="{9D8B030D-6E8A-4147-A177-3AD203B41FA5}">
                      <a16:colId xmlns:a16="http://schemas.microsoft.com/office/drawing/2014/main" val="1976574102"/>
                    </a:ext>
                  </a:extLst>
                </a:gridCol>
                <a:gridCol w="350019">
                  <a:extLst>
                    <a:ext uri="{9D8B030D-6E8A-4147-A177-3AD203B41FA5}">
                      <a16:colId xmlns:a16="http://schemas.microsoft.com/office/drawing/2014/main" val="2709341263"/>
                    </a:ext>
                  </a:extLst>
                </a:gridCol>
                <a:gridCol w="350019">
                  <a:extLst>
                    <a:ext uri="{9D8B030D-6E8A-4147-A177-3AD203B41FA5}">
                      <a16:colId xmlns:a16="http://schemas.microsoft.com/office/drawing/2014/main" val="2109684392"/>
                    </a:ext>
                  </a:extLst>
                </a:gridCol>
                <a:gridCol w="350019">
                  <a:extLst>
                    <a:ext uri="{9D8B030D-6E8A-4147-A177-3AD203B41FA5}">
                      <a16:colId xmlns:a16="http://schemas.microsoft.com/office/drawing/2014/main" val="2436056708"/>
                    </a:ext>
                  </a:extLst>
                </a:gridCol>
                <a:gridCol w="357721">
                  <a:extLst>
                    <a:ext uri="{9D8B030D-6E8A-4147-A177-3AD203B41FA5}">
                      <a16:colId xmlns:a16="http://schemas.microsoft.com/office/drawing/2014/main" val="3495033903"/>
                    </a:ext>
                  </a:extLst>
                </a:gridCol>
                <a:gridCol w="357721">
                  <a:extLst>
                    <a:ext uri="{9D8B030D-6E8A-4147-A177-3AD203B41FA5}">
                      <a16:colId xmlns:a16="http://schemas.microsoft.com/office/drawing/2014/main" val="1272848639"/>
                    </a:ext>
                  </a:extLst>
                </a:gridCol>
                <a:gridCol w="357721">
                  <a:extLst>
                    <a:ext uri="{9D8B030D-6E8A-4147-A177-3AD203B41FA5}">
                      <a16:colId xmlns:a16="http://schemas.microsoft.com/office/drawing/2014/main" val="2794139873"/>
                    </a:ext>
                  </a:extLst>
                </a:gridCol>
              </a:tblGrid>
              <a:tr h="249377">
                <a:tc rowSpan="3">
                  <a:txBody>
                    <a:bodyPr/>
                    <a:lstStyle/>
                    <a:p>
                      <a:pPr algn="ctr"/>
                      <a:r>
                        <a:rPr lang="pt-BR" sz="1200" dirty="0"/>
                        <a:t>Atividades</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pt-BR" sz="1200" dirty="0"/>
                        <a:t>2025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3">
                  <a:txBody>
                    <a:bodyPr/>
                    <a:lstStyle/>
                    <a:p>
                      <a:pPr algn="ctr"/>
                      <a:r>
                        <a:rPr lang="pt-BR" sz="1200" dirty="0"/>
                        <a:t>2026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4635836"/>
                  </a:ext>
                </a:extLst>
              </a:tr>
              <a:tr h="249377">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pt-BR" sz="1200" dirty="0"/>
                        <a:t>Dezembro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2">
                  <a:txBody>
                    <a:bodyPr/>
                    <a:lstStyle/>
                    <a:p>
                      <a:pPr algn="ctr"/>
                      <a:r>
                        <a:rPr lang="pt-BR" sz="1200" dirty="0"/>
                        <a:t>Janeiro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1">
                  <a:txBody>
                    <a:bodyPr/>
                    <a:lstStyle/>
                    <a:p>
                      <a:pPr algn="ctr"/>
                      <a:r>
                        <a:rPr lang="pt-BR" sz="1200" dirty="0"/>
                        <a:t>Fevereiro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5970485"/>
                  </a:ext>
                </a:extLst>
              </a:tr>
              <a:tr h="249377">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30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31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0301364"/>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9. Criação da LIB para o Driver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1629177"/>
                  </a:ext>
                </a:extLst>
              </a:tr>
              <a:tr h="0">
                <a:tc>
                  <a:txBody>
                    <a:bodyPr/>
                    <a:lstStyle/>
                    <a:p>
                      <a:r>
                        <a:rPr lang="pt-BR" sz="1200" dirty="0"/>
                        <a:t>10. Ajustes da HAL + Driver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409208"/>
                  </a:ext>
                </a:extLst>
              </a:tr>
              <a:tr h="249377">
                <a:tc>
                  <a:txBody>
                    <a:bodyPr/>
                    <a:lstStyle/>
                    <a:p>
                      <a:r>
                        <a:rPr lang="pt-BR" sz="1200" dirty="0"/>
                        <a:t>10. Teste da HAL no emulador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5793083"/>
                  </a:ext>
                </a:extLst>
              </a:tr>
              <a:tr h="249377">
                <a:tc>
                  <a:txBody>
                    <a:bodyPr/>
                    <a:lstStyle/>
                    <a:p>
                      <a:r>
                        <a:rPr lang="pt-BR" sz="1200" dirty="0"/>
                        <a:t>11. Apresentação Parcial 2/2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1292153"/>
                  </a:ext>
                </a:extLst>
              </a:tr>
              <a:tr h="249377">
                <a:tc>
                  <a:txBody>
                    <a:bodyPr/>
                    <a:lstStyle/>
                    <a:p>
                      <a:r>
                        <a:rPr lang="pt-BR" sz="1200" dirty="0"/>
                        <a:t>12. Porte para G100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1737392"/>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12.1. Instalar AOSP no G100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4348746"/>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12.2. </a:t>
                      </a:r>
                      <a:r>
                        <a:rPr lang="en-US" sz="1200" dirty="0" err="1"/>
                        <a:t>Instalar</a:t>
                      </a:r>
                      <a:r>
                        <a:rPr lang="en-US" sz="1200" dirty="0"/>
                        <a:t> HAL/Driver G100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5967577"/>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12.3. Testes no G100</a:t>
                      </a:r>
                      <a:endParaRPr lang="pt-BR"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8198950"/>
                  </a:ext>
                </a:extLst>
              </a:tr>
              <a:tr h="249377">
                <a:tc>
                  <a:txBody>
                    <a:bodyPr/>
                    <a:lstStyle/>
                    <a:p>
                      <a:r>
                        <a:rPr lang="pt-BR" sz="1200" dirty="0"/>
                        <a:t>13. Criação do Aplicativo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3064948"/>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13.1. Integração no G100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4994578"/>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13.2. Testes do HW no app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3140394"/>
                  </a:ext>
                </a:extLst>
              </a:tr>
              <a:tr h="249377">
                <a:tc>
                  <a:txBody>
                    <a:bodyPr/>
                    <a:lstStyle/>
                    <a:p>
                      <a:r>
                        <a:rPr lang="pt-BR" sz="1200" dirty="0"/>
                        <a:t>Apresentação Final</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843327726"/>
                  </a:ext>
                </a:extLst>
              </a:tr>
            </a:tbl>
          </a:graphicData>
        </a:graphic>
      </p:graphicFrame>
      <p:sp>
        <p:nvSpPr>
          <p:cNvPr id="11" name="Retângulo 10">
            <a:extLst>
              <a:ext uri="{FF2B5EF4-FFF2-40B4-BE49-F238E27FC236}">
                <a16:creationId xmlns:a16="http://schemas.microsoft.com/office/drawing/2014/main" id="{4C0C3C63-B8B2-58A9-4E48-E2024B246A14}"/>
              </a:ext>
            </a:extLst>
          </p:cNvPr>
          <p:cNvSpPr/>
          <p:nvPr/>
        </p:nvSpPr>
        <p:spPr>
          <a:xfrm>
            <a:off x="-307385" y="1047181"/>
            <a:ext cx="4012609"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aixaDeTexto 11">
            <a:extLst>
              <a:ext uri="{FF2B5EF4-FFF2-40B4-BE49-F238E27FC236}">
                <a16:creationId xmlns:a16="http://schemas.microsoft.com/office/drawing/2014/main" id="{3FB91C9A-D8D8-83D6-F6E3-A7B1CE6EADDF}"/>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Cronograma</a:t>
            </a:r>
            <a:endParaRPr lang="pt-BR" sz="4000" b="1"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555357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E875E-DD47-B708-38B0-6DA7F72F6F08}"/>
            </a:ext>
          </a:extLst>
        </p:cNvPr>
        <p:cNvGrpSpPr/>
        <p:nvPr/>
      </p:nvGrpSpPr>
      <p:grpSpPr>
        <a:xfrm>
          <a:off x="0" y="0"/>
          <a:ext cx="0" cy="0"/>
          <a:chOff x="0" y="0"/>
          <a:chExt cx="0" cy="0"/>
        </a:xfrm>
      </p:grpSpPr>
      <p:pic>
        <p:nvPicPr>
          <p:cNvPr id="9" name="Google Shape;70;p2" descr="Tela de celular com foto de homem e texto&#10;&#10;O conteúdo gerado por IA pode estar incorreto.">
            <a:extLst>
              <a:ext uri="{FF2B5EF4-FFF2-40B4-BE49-F238E27FC236}">
                <a16:creationId xmlns:a16="http://schemas.microsoft.com/office/drawing/2014/main" id="{9F81F3DE-D26D-7325-D5D6-C2D1CE452F6F}"/>
              </a:ext>
            </a:extLst>
          </p:cNvPr>
          <p:cNvPicPr preferRelativeResize="0"/>
          <p:nvPr/>
        </p:nvPicPr>
        <p:blipFill rotWithShape="1">
          <a:blip r:embed="rId2">
            <a:alphaModFix/>
          </a:blip>
          <a:srcRect l="6795" t="4154" r="3429" b="2701"/>
          <a:stretch/>
        </p:blipFill>
        <p:spPr>
          <a:xfrm>
            <a:off x="10461712"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CaixaDeTexto 10">
            <a:extLst>
              <a:ext uri="{FF2B5EF4-FFF2-40B4-BE49-F238E27FC236}">
                <a16:creationId xmlns:a16="http://schemas.microsoft.com/office/drawing/2014/main" id="{0709921B-6F97-FBEE-BC06-267BA12C9443}"/>
              </a:ext>
            </a:extLst>
          </p:cNvPr>
          <p:cNvSpPr txBox="1"/>
          <p:nvPr/>
        </p:nvSpPr>
        <p:spPr>
          <a:xfrm>
            <a:off x="2290476" y="4804435"/>
            <a:ext cx="4113560"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Tarefas concluídas:</a:t>
            </a:r>
          </a:p>
        </p:txBody>
      </p:sp>
      <p:sp>
        <p:nvSpPr>
          <p:cNvPr id="13" name="CaixaDeTexto 12">
            <a:extLst>
              <a:ext uri="{FF2B5EF4-FFF2-40B4-BE49-F238E27FC236}">
                <a16:creationId xmlns:a16="http://schemas.microsoft.com/office/drawing/2014/main" id="{B7AB8A56-3CCA-D5DE-C8D2-3B6A87B4AFE7}"/>
              </a:ext>
            </a:extLst>
          </p:cNvPr>
          <p:cNvSpPr txBox="1"/>
          <p:nvPr/>
        </p:nvSpPr>
        <p:spPr>
          <a:xfrm>
            <a:off x="2290476" y="5146059"/>
            <a:ext cx="4244189" cy="646331"/>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Montagem do hardware</a:t>
            </a:r>
          </a:p>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Otimização na versão 2.0</a:t>
            </a:r>
            <a:endParaRPr lang="pt-BR" noProof="0" dirty="0">
              <a:solidFill>
                <a:schemeClr val="tx1">
                  <a:lumMod val="75000"/>
                  <a:lumOff val="25000"/>
                </a:schemeClr>
              </a:solidFill>
              <a:latin typeface="Aptos" panose="020B0004020202020204" pitchFamily="34" charset="0"/>
            </a:endParaRPr>
          </a:p>
        </p:txBody>
      </p:sp>
      <p:pic>
        <p:nvPicPr>
          <p:cNvPr id="19" name="Google Shape;73;p2" descr="Interface gráfica do usuário, Texto, Aplicativo&#10;&#10;O conteúdo gerado por IA pode estar incorreto.">
            <a:extLst>
              <a:ext uri="{FF2B5EF4-FFF2-40B4-BE49-F238E27FC236}">
                <a16:creationId xmlns:a16="http://schemas.microsoft.com/office/drawing/2014/main" id="{0FDB873D-B87C-D00D-75CF-A5BBD7B8AE8E}"/>
              </a:ext>
            </a:extLst>
          </p:cNvPr>
          <p:cNvPicPr preferRelativeResize="0"/>
          <p:nvPr/>
        </p:nvPicPr>
        <p:blipFill rotWithShape="1">
          <a:blip r:embed="rId3">
            <a:alphaModFix/>
          </a:blip>
          <a:srcRect l="5726" t="1116" r="2056" b="2590"/>
          <a:stretch/>
        </p:blipFill>
        <p:spPr>
          <a:xfrm>
            <a:off x="11273522" y="4758380"/>
            <a:ext cx="720080" cy="1084873"/>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30" name="Agrupar 29">
            <a:extLst>
              <a:ext uri="{FF2B5EF4-FFF2-40B4-BE49-F238E27FC236}">
                <a16:creationId xmlns:a16="http://schemas.microsoft.com/office/drawing/2014/main" id="{0B8F0CDD-17E1-F4FC-CEE0-034C6F15CFCB}"/>
              </a:ext>
            </a:extLst>
          </p:cNvPr>
          <p:cNvGrpSpPr/>
          <p:nvPr/>
        </p:nvGrpSpPr>
        <p:grpSpPr>
          <a:xfrm>
            <a:off x="753173" y="1389346"/>
            <a:ext cx="3311630" cy="2812924"/>
            <a:chOff x="753173" y="1518491"/>
            <a:chExt cx="3311630" cy="2812924"/>
          </a:xfrm>
        </p:grpSpPr>
        <p:pic>
          <p:nvPicPr>
            <p:cNvPr id="6" name="Google Shape;86;p3" title="Pixel.png">
              <a:extLst>
                <a:ext uri="{FF2B5EF4-FFF2-40B4-BE49-F238E27FC236}">
                  <a16:creationId xmlns:a16="http://schemas.microsoft.com/office/drawing/2014/main" id="{7F608705-2D56-27FE-DB92-4E850C699BA2}"/>
                </a:ext>
              </a:extLst>
            </p:cNvPr>
            <p:cNvPicPr preferRelativeResize="0"/>
            <p:nvPr/>
          </p:nvPicPr>
          <p:blipFill>
            <a:blip r:embed="rId4">
              <a:alphaModFix/>
            </a:blip>
            <a:stretch>
              <a:fillRect/>
            </a:stretch>
          </p:blipFill>
          <p:spPr>
            <a:xfrm>
              <a:off x="753173" y="2038995"/>
              <a:ext cx="3311630" cy="2292420"/>
            </a:xfrm>
            <a:prstGeom prst="rect">
              <a:avLst/>
            </a:prstGeom>
            <a:ln>
              <a:noFill/>
            </a:ln>
            <a:effectLst>
              <a:outerShdw blurRad="190500" algn="tl" rotWithShape="0">
                <a:srgbClr val="000000">
                  <a:alpha val="70000"/>
                </a:srgbClr>
              </a:outerShdw>
            </a:effectLst>
          </p:spPr>
        </p:pic>
        <p:sp>
          <p:nvSpPr>
            <p:cNvPr id="12" name="CaixaDeTexto 11">
              <a:extLst>
                <a:ext uri="{FF2B5EF4-FFF2-40B4-BE49-F238E27FC236}">
                  <a16:creationId xmlns:a16="http://schemas.microsoft.com/office/drawing/2014/main" id="{B7B3D1E5-0A91-802A-ADDC-A80623A5A566}"/>
                </a:ext>
              </a:extLst>
            </p:cNvPr>
            <p:cNvSpPr txBox="1"/>
            <p:nvPr/>
          </p:nvSpPr>
          <p:spPr>
            <a:xfrm>
              <a:off x="753173" y="1518491"/>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Versão 1.0</a:t>
              </a:r>
            </a:p>
          </p:txBody>
        </p:sp>
      </p:grpSp>
      <p:grpSp>
        <p:nvGrpSpPr>
          <p:cNvPr id="31" name="Agrupar 30">
            <a:extLst>
              <a:ext uri="{FF2B5EF4-FFF2-40B4-BE49-F238E27FC236}">
                <a16:creationId xmlns:a16="http://schemas.microsoft.com/office/drawing/2014/main" id="{965A8501-CFD8-5920-4C71-281254E88177}"/>
              </a:ext>
            </a:extLst>
          </p:cNvPr>
          <p:cNvGrpSpPr/>
          <p:nvPr/>
        </p:nvGrpSpPr>
        <p:grpSpPr>
          <a:xfrm>
            <a:off x="4440185" y="1389346"/>
            <a:ext cx="3311630" cy="3034669"/>
            <a:chOff x="4440185" y="1518491"/>
            <a:chExt cx="3311630" cy="3034669"/>
          </a:xfrm>
        </p:grpSpPr>
        <p:pic>
          <p:nvPicPr>
            <p:cNvPr id="15" name="Imagem 14">
              <a:extLst>
                <a:ext uri="{FF2B5EF4-FFF2-40B4-BE49-F238E27FC236}">
                  <a16:creationId xmlns:a16="http://schemas.microsoft.com/office/drawing/2014/main" id="{AA8872F3-1686-5612-2108-F705105296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4728046" y="1673257"/>
              <a:ext cx="2735908" cy="3023898"/>
            </a:xfrm>
            <a:prstGeom prst="rect">
              <a:avLst/>
            </a:prstGeom>
            <a:ln>
              <a:noFill/>
            </a:ln>
            <a:effectLst>
              <a:outerShdw blurRad="190500" algn="tl" rotWithShape="0">
                <a:srgbClr val="000000">
                  <a:alpha val="70000"/>
                </a:srgbClr>
              </a:outerShdw>
            </a:effectLst>
          </p:spPr>
        </p:pic>
        <p:sp>
          <p:nvSpPr>
            <p:cNvPr id="16" name="CaixaDeTexto 15">
              <a:extLst>
                <a:ext uri="{FF2B5EF4-FFF2-40B4-BE49-F238E27FC236}">
                  <a16:creationId xmlns:a16="http://schemas.microsoft.com/office/drawing/2014/main" id="{07F9EA0D-7529-EB31-666B-58C3B10F35BE}"/>
                </a:ext>
              </a:extLst>
            </p:cNvPr>
            <p:cNvSpPr txBox="1"/>
            <p:nvPr/>
          </p:nvSpPr>
          <p:spPr>
            <a:xfrm>
              <a:off x="4440185" y="1518491"/>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Versão 2.0</a:t>
              </a:r>
            </a:p>
          </p:txBody>
        </p:sp>
      </p:grpSp>
      <p:grpSp>
        <p:nvGrpSpPr>
          <p:cNvPr id="32" name="Agrupar 31">
            <a:extLst>
              <a:ext uri="{FF2B5EF4-FFF2-40B4-BE49-F238E27FC236}">
                <a16:creationId xmlns:a16="http://schemas.microsoft.com/office/drawing/2014/main" id="{50A38E94-9CA1-F236-9D59-A2E395C1EBA3}"/>
              </a:ext>
            </a:extLst>
          </p:cNvPr>
          <p:cNvGrpSpPr/>
          <p:nvPr/>
        </p:nvGrpSpPr>
        <p:grpSpPr>
          <a:xfrm>
            <a:off x="8329917" y="1389346"/>
            <a:ext cx="3311630" cy="2764154"/>
            <a:chOff x="8329917" y="1518491"/>
            <a:chExt cx="3311630" cy="2764154"/>
          </a:xfrm>
        </p:grpSpPr>
        <p:sp>
          <p:nvSpPr>
            <p:cNvPr id="17" name="CaixaDeTexto 16">
              <a:extLst>
                <a:ext uri="{FF2B5EF4-FFF2-40B4-BE49-F238E27FC236}">
                  <a16:creationId xmlns:a16="http://schemas.microsoft.com/office/drawing/2014/main" id="{F33B1FC6-7038-269A-DE17-D1BB32F42C2B}"/>
                </a:ext>
              </a:extLst>
            </p:cNvPr>
            <p:cNvSpPr txBox="1"/>
            <p:nvPr/>
          </p:nvSpPr>
          <p:spPr>
            <a:xfrm>
              <a:off x="8329917" y="1518491"/>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Versão 3.0</a:t>
              </a:r>
            </a:p>
          </p:txBody>
        </p:sp>
        <p:pic>
          <p:nvPicPr>
            <p:cNvPr id="22" name="Imagem 21">
              <a:extLst>
                <a:ext uri="{FF2B5EF4-FFF2-40B4-BE49-F238E27FC236}">
                  <a16:creationId xmlns:a16="http://schemas.microsoft.com/office/drawing/2014/main" id="{FE3617A2-B9DD-AE2E-57AF-2BE1AFC50F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33695" y="2087765"/>
              <a:ext cx="2904075" cy="2194880"/>
            </a:xfrm>
            <a:prstGeom prst="rect">
              <a:avLst/>
            </a:prstGeom>
            <a:ln>
              <a:noFill/>
            </a:ln>
            <a:effectLst>
              <a:outerShdw blurRad="190500" algn="tl" rotWithShape="0">
                <a:srgbClr val="000000">
                  <a:alpha val="70000"/>
                </a:srgbClr>
              </a:outerShdw>
            </a:effectLst>
          </p:spPr>
        </p:pic>
      </p:grpSp>
      <p:sp>
        <p:nvSpPr>
          <p:cNvPr id="28" name="Retângulo 27">
            <a:extLst>
              <a:ext uri="{FF2B5EF4-FFF2-40B4-BE49-F238E27FC236}">
                <a16:creationId xmlns:a16="http://schemas.microsoft.com/office/drawing/2014/main" id="{1A215E28-83E7-2830-5870-03EFFF2242A8}"/>
              </a:ext>
            </a:extLst>
          </p:cNvPr>
          <p:cNvSpPr/>
          <p:nvPr/>
        </p:nvSpPr>
        <p:spPr>
          <a:xfrm>
            <a:off x="-307385" y="1047181"/>
            <a:ext cx="3419679"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aixaDeTexto 28">
            <a:extLst>
              <a:ext uri="{FF2B5EF4-FFF2-40B4-BE49-F238E27FC236}">
                <a16:creationId xmlns:a16="http://schemas.microsoft.com/office/drawing/2014/main" id="{09AE5F0B-C175-2FB1-57B1-9B9783631B6D}"/>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Hardware</a:t>
            </a:r>
            <a:endParaRPr lang="pt-BR" sz="4000" b="1" noProof="0" dirty="0">
              <a:solidFill>
                <a:schemeClr val="tx1">
                  <a:lumMod val="75000"/>
                  <a:lumOff val="25000"/>
                </a:schemeClr>
              </a:solidFill>
              <a:latin typeface="Aptos" panose="020B0004020202020204" pitchFamily="34" charset="0"/>
            </a:endParaRPr>
          </a:p>
        </p:txBody>
      </p:sp>
      <p:sp>
        <p:nvSpPr>
          <p:cNvPr id="2" name="CaixaDeTexto 1">
            <a:extLst>
              <a:ext uri="{FF2B5EF4-FFF2-40B4-BE49-F238E27FC236}">
                <a16:creationId xmlns:a16="http://schemas.microsoft.com/office/drawing/2014/main" id="{C03261E7-2758-CAF8-262D-E316C55A9865}"/>
              </a:ext>
            </a:extLst>
          </p:cNvPr>
          <p:cNvSpPr txBox="1"/>
          <p:nvPr/>
        </p:nvSpPr>
        <p:spPr>
          <a:xfrm>
            <a:off x="5695035" y="4822864"/>
            <a:ext cx="4113560"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Problemas enfrentados:</a:t>
            </a:r>
          </a:p>
        </p:txBody>
      </p:sp>
      <p:sp>
        <p:nvSpPr>
          <p:cNvPr id="3" name="CaixaDeTexto 2">
            <a:extLst>
              <a:ext uri="{FF2B5EF4-FFF2-40B4-BE49-F238E27FC236}">
                <a16:creationId xmlns:a16="http://schemas.microsoft.com/office/drawing/2014/main" id="{67EE945C-679D-8A92-2CA8-7DAF19CC2CBF}"/>
              </a:ext>
            </a:extLst>
          </p:cNvPr>
          <p:cNvSpPr txBox="1"/>
          <p:nvPr/>
        </p:nvSpPr>
        <p:spPr>
          <a:xfrm>
            <a:off x="5695036" y="5164488"/>
            <a:ext cx="3868064" cy="646331"/>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Alimentação do emissor via pin Vin</a:t>
            </a:r>
          </a:p>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Transistor BC548 implementado.</a:t>
            </a:r>
          </a:p>
        </p:txBody>
      </p:sp>
    </p:spTree>
    <p:extLst>
      <p:ext uri="{BB962C8B-B14F-4D97-AF65-F5344CB8AC3E}">
        <p14:creationId xmlns:p14="http://schemas.microsoft.com/office/powerpoint/2010/main" val="3242493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oogle Shape;70;p2" descr="Tela de celular com foto de homem e texto&#10;&#10;O conteúdo gerado por IA pode estar incorreto.">
            <a:extLst>
              <a:ext uri="{FF2B5EF4-FFF2-40B4-BE49-F238E27FC236}">
                <a16:creationId xmlns:a16="http://schemas.microsoft.com/office/drawing/2014/main" id="{E68E9CDE-C3AF-D019-1A4C-538AE6E212D5}"/>
              </a:ext>
            </a:extLst>
          </p:cNvPr>
          <p:cNvPicPr preferRelativeResize="0"/>
          <p:nvPr/>
        </p:nvPicPr>
        <p:blipFill rotWithShape="1">
          <a:blip r:embed="rId2">
            <a:alphaModFix/>
          </a:blip>
          <a:srcRect l="6795" t="4154" r="3429" b="2701"/>
          <a:stretch/>
        </p:blipFill>
        <p:spPr>
          <a:xfrm>
            <a:off x="10461712"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9" name="Google Shape;73;p2" descr="Interface gráfica do usuário, Texto, Aplicativo&#10;&#10;O conteúdo gerado por IA pode estar incorreto.">
            <a:extLst>
              <a:ext uri="{FF2B5EF4-FFF2-40B4-BE49-F238E27FC236}">
                <a16:creationId xmlns:a16="http://schemas.microsoft.com/office/drawing/2014/main" id="{B8E956A4-961F-5826-9E77-7161EF8DF17E}"/>
              </a:ext>
            </a:extLst>
          </p:cNvPr>
          <p:cNvPicPr preferRelativeResize="0"/>
          <p:nvPr/>
        </p:nvPicPr>
        <p:blipFill rotWithShape="1">
          <a:blip r:embed="rId3">
            <a:alphaModFix/>
          </a:blip>
          <a:srcRect l="5726" t="1116" r="2056" b="2590"/>
          <a:stretch/>
        </p:blipFill>
        <p:spPr>
          <a:xfrm>
            <a:off x="11273522" y="4758380"/>
            <a:ext cx="720080" cy="1084873"/>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Retângulo 27">
            <a:extLst>
              <a:ext uri="{FF2B5EF4-FFF2-40B4-BE49-F238E27FC236}">
                <a16:creationId xmlns:a16="http://schemas.microsoft.com/office/drawing/2014/main" id="{533A4200-9E05-AB03-11C8-47D9702D4133}"/>
              </a:ext>
            </a:extLst>
          </p:cNvPr>
          <p:cNvSpPr/>
          <p:nvPr/>
        </p:nvSpPr>
        <p:spPr>
          <a:xfrm>
            <a:off x="-307384" y="1047181"/>
            <a:ext cx="3419678"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aixaDeTexto 28">
            <a:extLst>
              <a:ext uri="{FF2B5EF4-FFF2-40B4-BE49-F238E27FC236}">
                <a16:creationId xmlns:a16="http://schemas.microsoft.com/office/drawing/2014/main" id="{06495A0F-BFE4-494B-8BCF-372B8BE4C2A7}"/>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Hardware</a:t>
            </a:r>
            <a:endParaRPr lang="pt-BR" sz="4000" b="1" noProof="0" dirty="0">
              <a:solidFill>
                <a:schemeClr val="tx1">
                  <a:lumMod val="75000"/>
                  <a:lumOff val="25000"/>
                </a:schemeClr>
              </a:solidFill>
              <a:latin typeface="Aptos" panose="020B0004020202020204" pitchFamily="34" charset="0"/>
            </a:endParaRPr>
          </a:p>
        </p:txBody>
      </p:sp>
      <p:pic>
        <p:nvPicPr>
          <p:cNvPr id="37" name="Imagem 36" descr="Diagrama, Esquemático&#10;&#10;O conteúdo gerado por IA pode estar incorreto.">
            <a:extLst>
              <a:ext uri="{FF2B5EF4-FFF2-40B4-BE49-F238E27FC236}">
                <a16:creationId xmlns:a16="http://schemas.microsoft.com/office/drawing/2014/main" id="{6EB15A62-7830-1EBE-A32B-B5BC668FC3A8}"/>
              </a:ext>
            </a:extLst>
          </p:cNvPr>
          <p:cNvPicPr>
            <a:picLocks noChangeAspect="1"/>
          </p:cNvPicPr>
          <p:nvPr/>
        </p:nvPicPr>
        <p:blipFill>
          <a:blip r:embed="rId4"/>
          <a:stretch>
            <a:fillRect/>
          </a:stretch>
        </p:blipFill>
        <p:spPr>
          <a:xfrm>
            <a:off x="2901061" y="1719198"/>
            <a:ext cx="6389877" cy="3810218"/>
          </a:xfrm>
          <a:prstGeom prst="rect">
            <a:avLst/>
          </a:prstGeom>
        </p:spPr>
      </p:pic>
      <p:sp>
        <p:nvSpPr>
          <p:cNvPr id="38" name="CaixaDeTexto 37">
            <a:extLst>
              <a:ext uri="{FF2B5EF4-FFF2-40B4-BE49-F238E27FC236}">
                <a16:creationId xmlns:a16="http://schemas.microsoft.com/office/drawing/2014/main" id="{5EF30D31-85FC-12B0-B8FE-0E027B29E9C2}"/>
              </a:ext>
            </a:extLst>
          </p:cNvPr>
          <p:cNvSpPr txBox="1"/>
          <p:nvPr/>
        </p:nvSpPr>
        <p:spPr>
          <a:xfrm>
            <a:off x="4440185" y="1229448"/>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Esquemático feito no </a:t>
            </a:r>
            <a:r>
              <a:rPr lang="pt-BR" b="1" noProof="0" dirty="0" err="1">
                <a:solidFill>
                  <a:schemeClr val="tx1">
                    <a:lumMod val="75000"/>
                    <a:lumOff val="25000"/>
                  </a:schemeClr>
                </a:solidFill>
                <a:latin typeface="Aptos" panose="020B0004020202020204" pitchFamily="34" charset="0"/>
              </a:rPr>
              <a:t>KiCAD</a:t>
            </a:r>
            <a:endParaRPr lang="pt-BR" b="1"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2609181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3AA7C-AC4B-727B-6C6E-E1F9FFF3029C}"/>
            </a:ext>
          </a:extLst>
        </p:cNvPr>
        <p:cNvGrpSpPr/>
        <p:nvPr/>
      </p:nvGrpSpPr>
      <p:grpSpPr>
        <a:xfrm>
          <a:off x="0" y="0"/>
          <a:ext cx="0" cy="0"/>
          <a:chOff x="0" y="0"/>
          <a:chExt cx="0" cy="0"/>
        </a:xfrm>
      </p:grpSpPr>
      <p:pic>
        <p:nvPicPr>
          <p:cNvPr id="9" name="Google Shape;70;p2" descr="Tela de celular com foto de homem e texto&#10;&#10;O conteúdo gerado por IA pode estar incorreto.">
            <a:extLst>
              <a:ext uri="{FF2B5EF4-FFF2-40B4-BE49-F238E27FC236}">
                <a16:creationId xmlns:a16="http://schemas.microsoft.com/office/drawing/2014/main" id="{2F0E7F87-DE7F-8C43-F459-9C0A510A5A69}"/>
              </a:ext>
            </a:extLst>
          </p:cNvPr>
          <p:cNvPicPr preferRelativeResize="0"/>
          <p:nvPr/>
        </p:nvPicPr>
        <p:blipFill rotWithShape="1">
          <a:blip r:embed="rId2">
            <a:alphaModFix/>
          </a:blip>
          <a:srcRect l="6795" t="4154" r="3429" b="2701"/>
          <a:stretch/>
        </p:blipFill>
        <p:spPr>
          <a:xfrm>
            <a:off x="11245483"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Retângulo 27">
            <a:extLst>
              <a:ext uri="{FF2B5EF4-FFF2-40B4-BE49-F238E27FC236}">
                <a16:creationId xmlns:a16="http://schemas.microsoft.com/office/drawing/2014/main" id="{06887140-CDE0-BFEE-6833-1860843EBD7F}"/>
              </a:ext>
            </a:extLst>
          </p:cNvPr>
          <p:cNvSpPr/>
          <p:nvPr/>
        </p:nvSpPr>
        <p:spPr>
          <a:xfrm>
            <a:off x="-363369" y="1047181"/>
            <a:ext cx="3389938"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aixaDeTexto 28">
            <a:extLst>
              <a:ext uri="{FF2B5EF4-FFF2-40B4-BE49-F238E27FC236}">
                <a16:creationId xmlns:a16="http://schemas.microsoft.com/office/drawing/2014/main" id="{C052AA3E-645B-F8B5-8234-8E903C984102}"/>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Firmware</a:t>
            </a:r>
            <a:endParaRPr lang="pt-BR" sz="4000" b="1" noProof="0" dirty="0">
              <a:solidFill>
                <a:schemeClr val="tx1">
                  <a:lumMod val="75000"/>
                  <a:lumOff val="25000"/>
                </a:schemeClr>
              </a:solidFill>
              <a:latin typeface="Aptos" panose="020B0004020202020204" pitchFamily="34" charset="0"/>
            </a:endParaRPr>
          </a:p>
        </p:txBody>
      </p:sp>
      <p:pic>
        <p:nvPicPr>
          <p:cNvPr id="3" name="Imagem 2">
            <a:extLst>
              <a:ext uri="{FF2B5EF4-FFF2-40B4-BE49-F238E27FC236}">
                <a16:creationId xmlns:a16="http://schemas.microsoft.com/office/drawing/2014/main" id="{1F0D56BB-9F71-DBE6-A52F-B8AAC0A0A6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388" y="1685735"/>
            <a:ext cx="1558518" cy="2490496"/>
          </a:xfrm>
          <a:prstGeom prst="rect">
            <a:avLst/>
          </a:prstGeom>
        </p:spPr>
      </p:pic>
      <p:sp>
        <p:nvSpPr>
          <p:cNvPr id="4" name="CaixaDeTexto 3">
            <a:extLst>
              <a:ext uri="{FF2B5EF4-FFF2-40B4-BE49-F238E27FC236}">
                <a16:creationId xmlns:a16="http://schemas.microsoft.com/office/drawing/2014/main" id="{2F424065-BD08-EFA4-9B41-A07C7CF746AA}"/>
              </a:ext>
            </a:extLst>
          </p:cNvPr>
          <p:cNvSpPr txBox="1"/>
          <p:nvPr/>
        </p:nvSpPr>
        <p:spPr>
          <a:xfrm>
            <a:off x="1851811" y="4548043"/>
            <a:ext cx="4113560"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Tarefas concluídas:</a:t>
            </a:r>
          </a:p>
        </p:txBody>
      </p:sp>
      <p:sp>
        <p:nvSpPr>
          <p:cNvPr id="5" name="CaixaDeTexto 4">
            <a:extLst>
              <a:ext uri="{FF2B5EF4-FFF2-40B4-BE49-F238E27FC236}">
                <a16:creationId xmlns:a16="http://schemas.microsoft.com/office/drawing/2014/main" id="{AA27F1A0-72E5-8799-FC64-6C4CFF909E7A}"/>
              </a:ext>
            </a:extLst>
          </p:cNvPr>
          <p:cNvSpPr txBox="1"/>
          <p:nvPr/>
        </p:nvSpPr>
        <p:spPr>
          <a:xfrm>
            <a:off x="1851811" y="4889667"/>
            <a:ext cx="4244189" cy="646331"/>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Mapeamento do controle da fita</a:t>
            </a:r>
          </a:p>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Criação do firmware emissor/receptor</a:t>
            </a:r>
            <a:endParaRPr lang="pt-BR" noProof="0" dirty="0">
              <a:solidFill>
                <a:schemeClr val="tx1">
                  <a:lumMod val="75000"/>
                  <a:lumOff val="25000"/>
                </a:schemeClr>
              </a:solidFill>
              <a:latin typeface="Aptos" panose="020B0004020202020204" pitchFamily="34" charset="0"/>
            </a:endParaRPr>
          </a:p>
        </p:txBody>
      </p:sp>
      <p:sp>
        <p:nvSpPr>
          <p:cNvPr id="6" name="CaixaDeTexto 5">
            <a:extLst>
              <a:ext uri="{FF2B5EF4-FFF2-40B4-BE49-F238E27FC236}">
                <a16:creationId xmlns:a16="http://schemas.microsoft.com/office/drawing/2014/main" id="{997A1453-2304-A563-1CAF-F9C2B75CC35C}"/>
              </a:ext>
            </a:extLst>
          </p:cNvPr>
          <p:cNvSpPr txBox="1"/>
          <p:nvPr/>
        </p:nvSpPr>
        <p:spPr>
          <a:xfrm>
            <a:off x="6355193" y="4568233"/>
            <a:ext cx="3691811"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Problemas enfrentados:</a:t>
            </a:r>
          </a:p>
        </p:txBody>
      </p:sp>
      <p:sp>
        <p:nvSpPr>
          <p:cNvPr id="7" name="CaixaDeTexto 6">
            <a:extLst>
              <a:ext uri="{FF2B5EF4-FFF2-40B4-BE49-F238E27FC236}">
                <a16:creationId xmlns:a16="http://schemas.microsoft.com/office/drawing/2014/main" id="{27F13F40-0A89-6A9A-BDAF-E0C5E33ED253}"/>
              </a:ext>
            </a:extLst>
          </p:cNvPr>
          <p:cNvSpPr txBox="1"/>
          <p:nvPr/>
        </p:nvSpPr>
        <p:spPr>
          <a:xfrm>
            <a:off x="6355194" y="4909857"/>
            <a:ext cx="3691811" cy="923330"/>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Protocolo NEC</a:t>
            </a:r>
          </a:p>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Integração com o hardware</a:t>
            </a:r>
          </a:p>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Emissão de </a:t>
            </a:r>
            <a:r>
              <a:rPr lang="pt-BR" noProof="0" dirty="0" err="1">
                <a:solidFill>
                  <a:schemeClr val="tx1">
                    <a:lumMod val="75000"/>
                    <a:lumOff val="25000"/>
                  </a:schemeClr>
                </a:solidFill>
                <a:latin typeface="Aptos" panose="020B0004020202020204" pitchFamily="34" charset="0"/>
              </a:rPr>
              <a:t>dad</a:t>
            </a:r>
            <a:r>
              <a:rPr lang="pt-BR" dirty="0">
                <a:solidFill>
                  <a:schemeClr val="tx1">
                    <a:lumMod val="75000"/>
                    <a:lumOff val="25000"/>
                  </a:schemeClr>
                </a:solidFill>
                <a:latin typeface="Aptos" panose="020B0004020202020204" pitchFamily="34" charset="0"/>
              </a:rPr>
              <a:t>os RAW</a:t>
            </a:r>
            <a:endParaRPr lang="pt-BR" noProof="0" dirty="0">
              <a:solidFill>
                <a:schemeClr val="tx1">
                  <a:lumMod val="75000"/>
                  <a:lumOff val="25000"/>
                </a:schemeClr>
              </a:solidFill>
              <a:latin typeface="Aptos" panose="020B0004020202020204" pitchFamily="34" charset="0"/>
            </a:endParaRPr>
          </a:p>
        </p:txBody>
      </p:sp>
      <p:pic>
        <p:nvPicPr>
          <p:cNvPr id="10" name="Imagem 9">
            <a:extLst>
              <a:ext uri="{FF2B5EF4-FFF2-40B4-BE49-F238E27FC236}">
                <a16:creationId xmlns:a16="http://schemas.microsoft.com/office/drawing/2014/main" id="{0D5CCBEE-10CC-BBF4-EB4B-D669CB10F4B4}"/>
              </a:ext>
            </a:extLst>
          </p:cNvPr>
          <p:cNvPicPr>
            <a:picLocks noChangeAspect="1"/>
          </p:cNvPicPr>
          <p:nvPr/>
        </p:nvPicPr>
        <p:blipFill>
          <a:blip r:embed="rId4">
            <a:extLst>
              <a:ext uri="{28A0092B-C50C-407E-A947-70E740481C1C}">
                <a14:useLocalDpi xmlns:a14="http://schemas.microsoft.com/office/drawing/2010/main" val="0"/>
              </a:ext>
            </a:extLst>
          </a:blip>
          <a:srcRect l="51680" t="7136" b="14853"/>
          <a:stretch>
            <a:fillRect/>
          </a:stretch>
        </p:blipFill>
        <p:spPr>
          <a:xfrm>
            <a:off x="8135805" y="2041926"/>
            <a:ext cx="1172450" cy="1844115"/>
          </a:xfrm>
          <a:prstGeom prst="rect">
            <a:avLst/>
          </a:prstGeom>
        </p:spPr>
      </p:pic>
      <p:pic>
        <p:nvPicPr>
          <p:cNvPr id="12" name="Picture 4" descr="LEDs endereçáveis: conhecendo o WS2812B - Blog Eletrogate">
            <a:extLst>
              <a:ext uri="{FF2B5EF4-FFF2-40B4-BE49-F238E27FC236}">
                <a16:creationId xmlns:a16="http://schemas.microsoft.com/office/drawing/2014/main" id="{94A94BA3-0712-0551-CAFC-2F5D2FF715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76845" y="2475442"/>
            <a:ext cx="1563267" cy="1142255"/>
          </a:xfrm>
          <a:prstGeom prst="rect">
            <a:avLst/>
          </a:prstGeom>
          <a:noFill/>
          <a:extLst>
            <a:ext uri="{909E8E84-426E-40DD-AFC4-6F175D3DCCD1}">
              <a14:hiddenFill xmlns:a14="http://schemas.microsoft.com/office/drawing/2010/main">
                <a:solidFill>
                  <a:srgbClr val="FFFFFF"/>
                </a:solidFill>
              </a14:hiddenFill>
            </a:ext>
          </a:extLst>
        </p:spPr>
      </p:pic>
      <p:pic>
        <p:nvPicPr>
          <p:cNvPr id="13" name="Google Shape;86;p3" title="Pixel.png">
            <a:extLst>
              <a:ext uri="{FF2B5EF4-FFF2-40B4-BE49-F238E27FC236}">
                <a16:creationId xmlns:a16="http://schemas.microsoft.com/office/drawing/2014/main" id="{BE16E60E-30AB-8FBF-0B21-C9F89C10EB02}"/>
              </a:ext>
            </a:extLst>
          </p:cNvPr>
          <p:cNvPicPr preferRelativeResize="0"/>
          <p:nvPr/>
        </p:nvPicPr>
        <p:blipFill>
          <a:blip r:embed="rId6">
            <a:alphaModFix/>
          </a:blip>
          <a:stretch>
            <a:fillRect/>
          </a:stretch>
        </p:blipFill>
        <p:spPr>
          <a:xfrm flipH="1">
            <a:off x="6379992" y="2392855"/>
            <a:ext cx="1834367" cy="1142255"/>
          </a:xfrm>
          <a:prstGeom prst="rect">
            <a:avLst/>
          </a:prstGeom>
          <a:noFill/>
          <a:ln>
            <a:noFill/>
          </a:ln>
        </p:spPr>
      </p:pic>
      <p:sp>
        <p:nvSpPr>
          <p:cNvPr id="17" name="CaixaDeTexto 16">
            <a:extLst>
              <a:ext uri="{FF2B5EF4-FFF2-40B4-BE49-F238E27FC236}">
                <a16:creationId xmlns:a16="http://schemas.microsoft.com/office/drawing/2014/main" id="{43BE6A5C-4ABA-7232-D57D-0FADEB45737C}"/>
              </a:ext>
            </a:extLst>
          </p:cNvPr>
          <p:cNvSpPr txBox="1"/>
          <p:nvPr/>
        </p:nvSpPr>
        <p:spPr>
          <a:xfrm>
            <a:off x="5978362" y="2041926"/>
            <a:ext cx="3311630" cy="369332"/>
          </a:xfrm>
          <a:prstGeom prst="rect">
            <a:avLst/>
          </a:prstGeom>
          <a:noFill/>
        </p:spPr>
        <p:txBody>
          <a:bodyPr wrap="square" rtlCol="0">
            <a:spAutoFit/>
          </a:bodyPr>
          <a:lstStyle/>
          <a:p>
            <a:pPr algn="ctr"/>
            <a:r>
              <a:rPr lang="pt-BR" b="1" dirty="0">
                <a:solidFill>
                  <a:schemeClr val="tx1">
                    <a:lumMod val="75000"/>
                    <a:lumOff val="25000"/>
                  </a:schemeClr>
                </a:solidFill>
                <a:latin typeface="Aptos" panose="020B0004020202020204" pitchFamily="34" charset="0"/>
              </a:rPr>
              <a:t>Hardware</a:t>
            </a:r>
            <a:endParaRPr lang="pt-BR" b="1" noProof="0" dirty="0">
              <a:solidFill>
                <a:schemeClr val="tx1">
                  <a:lumMod val="75000"/>
                  <a:lumOff val="25000"/>
                </a:schemeClr>
              </a:solidFill>
              <a:latin typeface="Aptos" panose="020B0004020202020204" pitchFamily="34" charset="0"/>
            </a:endParaRPr>
          </a:p>
        </p:txBody>
      </p:sp>
      <p:sp>
        <p:nvSpPr>
          <p:cNvPr id="18" name="CaixaDeTexto 17">
            <a:extLst>
              <a:ext uri="{FF2B5EF4-FFF2-40B4-BE49-F238E27FC236}">
                <a16:creationId xmlns:a16="http://schemas.microsoft.com/office/drawing/2014/main" id="{41333E10-651C-BE1A-F315-9B739EF900EC}"/>
              </a:ext>
            </a:extLst>
          </p:cNvPr>
          <p:cNvSpPr txBox="1"/>
          <p:nvPr/>
        </p:nvSpPr>
        <p:spPr>
          <a:xfrm>
            <a:off x="9376845" y="2018348"/>
            <a:ext cx="1549721" cy="369332"/>
          </a:xfrm>
          <a:prstGeom prst="rect">
            <a:avLst/>
          </a:prstGeom>
          <a:noFill/>
        </p:spPr>
        <p:txBody>
          <a:bodyPr wrap="square" rtlCol="0">
            <a:spAutoFit/>
          </a:bodyPr>
          <a:lstStyle/>
          <a:p>
            <a:pPr algn="ctr"/>
            <a:r>
              <a:rPr lang="pt-BR" b="1" dirty="0">
                <a:solidFill>
                  <a:schemeClr val="tx1">
                    <a:lumMod val="75000"/>
                    <a:lumOff val="25000"/>
                  </a:schemeClr>
                </a:solidFill>
                <a:latin typeface="Aptos" panose="020B0004020202020204" pitchFamily="34" charset="0"/>
              </a:rPr>
              <a:t>Fita LED</a:t>
            </a:r>
            <a:endParaRPr lang="pt-BR" b="1" noProof="0" dirty="0">
              <a:solidFill>
                <a:schemeClr val="tx1">
                  <a:lumMod val="75000"/>
                  <a:lumOff val="25000"/>
                </a:schemeClr>
              </a:solidFill>
              <a:latin typeface="Aptos" panose="020B0004020202020204" pitchFamily="34" charset="0"/>
            </a:endParaRPr>
          </a:p>
        </p:txBody>
      </p:sp>
      <p:sp>
        <p:nvSpPr>
          <p:cNvPr id="23" name="CaixaDeTexto 22">
            <a:extLst>
              <a:ext uri="{FF2B5EF4-FFF2-40B4-BE49-F238E27FC236}">
                <a16:creationId xmlns:a16="http://schemas.microsoft.com/office/drawing/2014/main" id="{28B36CA8-F4D8-40C9-31AC-F14F06A0D2A8}"/>
              </a:ext>
            </a:extLst>
          </p:cNvPr>
          <p:cNvSpPr txBox="1"/>
          <p:nvPr/>
        </p:nvSpPr>
        <p:spPr>
          <a:xfrm>
            <a:off x="3785539" y="2182091"/>
            <a:ext cx="2264245" cy="163121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da-DK" sz="2000" b="1" dirty="0">
                <a:solidFill>
                  <a:schemeClr val="accent6">
                    <a:lumMod val="75000"/>
                  </a:schemeClr>
                </a:solidFill>
              </a:rPr>
              <a:t>SEND 38 9000 4500</a:t>
            </a:r>
            <a:r>
              <a:rPr lang="da-DK" sz="1000" dirty="0">
                <a:solidFill>
                  <a:schemeClr val="accent6">
                    <a:lumMod val="75000"/>
                  </a:schemeClr>
                </a:solidFill>
              </a:rPr>
              <a:t> </a:t>
            </a:r>
            <a:r>
              <a:rPr lang="da-DK" sz="1000" dirty="0"/>
              <a:t>600 500 600 550 600 500 600 550 600 500 600 550 600 550 550 550 600 1650 550 1650 600 1650 550 1650 600 550 600 1600 600 1650 600 1600 600 1650 600 1650 550 550 600 550 550 550 600 550 600 500 600 550 600 500 600 550 600 1600 600 1650 600 1600 600 1650 600 1650 550 1650 600</a:t>
            </a:r>
            <a:endParaRPr lang="en-US" sz="1000" dirty="0"/>
          </a:p>
        </p:txBody>
      </p:sp>
      <p:sp>
        <p:nvSpPr>
          <p:cNvPr id="24" name="Seta: para a Direita 23">
            <a:extLst>
              <a:ext uri="{FF2B5EF4-FFF2-40B4-BE49-F238E27FC236}">
                <a16:creationId xmlns:a16="http://schemas.microsoft.com/office/drawing/2014/main" id="{901D07D7-A8A0-8BAD-DDBD-BDAEF10E01CE}"/>
              </a:ext>
            </a:extLst>
          </p:cNvPr>
          <p:cNvSpPr/>
          <p:nvPr/>
        </p:nvSpPr>
        <p:spPr>
          <a:xfrm>
            <a:off x="6179271" y="2597087"/>
            <a:ext cx="433666" cy="1651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tângulo: Cantos Arredondados 26">
            <a:extLst>
              <a:ext uri="{FF2B5EF4-FFF2-40B4-BE49-F238E27FC236}">
                <a16:creationId xmlns:a16="http://schemas.microsoft.com/office/drawing/2014/main" id="{69F4B7FF-8DB5-1C9C-74B1-4F42F87EA402}"/>
              </a:ext>
            </a:extLst>
          </p:cNvPr>
          <p:cNvSpPr/>
          <p:nvPr/>
        </p:nvSpPr>
        <p:spPr>
          <a:xfrm>
            <a:off x="3352800" y="1685735"/>
            <a:ext cx="8020050" cy="2490496"/>
          </a:xfrm>
          <a:prstGeom prst="roundRect">
            <a:avLst/>
          </a:prstGeom>
          <a:noFill/>
          <a:ln>
            <a:solidFill>
              <a:srgbClr val="FF5B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ixaDeTexto 14">
            <a:extLst>
              <a:ext uri="{FF2B5EF4-FFF2-40B4-BE49-F238E27FC236}">
                <a16:creationId xmlns:a16="http://schemas.microsoft.com/office/drawing/2014/main" id="{7CAFC124-B354-A814-DC6D-A1F6229ACACC}"/>
              </a:ext>
            </a:extLst>
          </p:cNvPr>
          <p:cNvSpPr txBox="1"/>
          <p:nvPr/>
        </p:nvSpPr>
        <p:spPr>
          <a:xfrm>
            <a:off x="3261846" y="1833682"/>
            <a:ext cx="3311630" cy="369332"/>
          </a:xfrm>
          <a:prstGeom prst="rect">
            <a:avLst/>
          </a:prstGeom>
          <a:noFill/>
        </p:spPr>
        <p:txBody>
          <a:bodyPr wrap="square" rtlCol="0">
            <a:spAutoFit/>
          </a:bodyPr>
          <a:lstStyle/>
          <a:p>
            <a:pPr algn="ctr"/>
            <a:r>
              <a:rPr lang="pt-BR" b="1" dirty="0">
                <a:solidFill>
                  <a:schemeClr val="tx1">
                    <a:lumMod val="75000"/>
                    <a:lumOff val="25000"/>
                  </a:schemeClr>
                </a:solidFill>
                <a:latin typeface="Aptos" panose="020B0004020202020204" pitchFamily="34" charset="0"/>
              </a:rPr>
              <a:t>Terminal</a:t>
            </a:r>
            <a:endParaRPr lang="pt-BR" b="1"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959218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79349-A803-805C-018A-46F17C1759E5}"/>
            </a:ext>
          </a:extLst>
        </p:cNvPr>
        <p:cNvGrpSpPr/>
        <p:nvPr/>
      </p:nvGrpSpPr>
      <p:grpSpPr>
        <a:xfrm>
          <a:off x="0" y="0"/>
          <a:ext cx="0" cy="0"/>
          <a:chOff x="0" y="0"/>
          <a:chExt cx="0" cy="0"/>
        </a:xfrm>
      </p:grpSpPr>
      <p:pic>
        <p:nvPicPr>
          <p:cNvPr id="9" name="Google Shape;70;p2" descr="Tela de celular com foto de homem e texto&#10;&#10;O conteúdo gerado por IA pode estar incorreto.">
            <a:extLst>
              <a:ext uri="{FF2B5EF4-FFF2-40B4-BE49-F238E27FC236}">
                <a16:creationId xmlns:a16="http://schemas.microsoft.com/office/drawing/2014/main" id="{11571483-5070-BF14-22D5-5063978469AE}"/>
              </a:ext>
            </a:extLst>
          </p:cNvPr>
          <p:cNvPicPr preferRelativeResize="0"/>
          <p:nvPr/>
        </p:nvPicPr>
        <p:blipFill rotWithShape="1">
          <a:blip r:embed="rId2">
            <a:alphaModFix/>
          </a:blip>
          <a:srcRect l="6795" t="4154" r="3429" b="2701"/>
          <a:stretch/>
        </p:blipFill>
        <p:spPr>
          <a:xfrm>
            <a:off x="11245483"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Retângulo 27">
            <a:extLst>
              <a:ext uri="{FF2B5EF4-FFF2-40B4-BE49-F238E27FC236}">
                <a16:creationId xmlns:a16="http://schemas.microsoft.com/office/drawing/2014/main" id="{81919E5A-05E1-B0F0-BE04-E66FC02C7BAD}"/>
              </a:ext>
            </a:extLst>
          </p:cNvPr>
          <p:cNvSpPr/>
          <p:nvPr/>
        </p:nvSpPr>
        <p:spPr>
          <a:xfrm>
            <a:off x="-363369" y="1047181"/>
            <a:ext cx="3389938"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aixaDeTexto 28">
            <a:extLst>
              <a:ext uri="{FF2B5EF4-FFF2-40B4-BE49-F238E27FC236}">
                <a16:creationId xmlns:a16="http://schemas.microsoft.com/office/drawing/2014/main" id="{35AF8071-B7F5-6E6E-11AA-195AF1EA5161}"/>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Firmware</a:t>
            </a:r>
            <a:endParaRPr lang="pt-BR" sz="4000" b="1" noProof="0" dirty="0">
              <a:solidFill>
                <a:schemeClr val="tx1">
                  <a:lumMod val="75000"/>
                  <a:lumOff val="25000"/>
                </a:schemeClr>
              </a:solidFill>
              <a:latin typeface="Aptos" panose="020B0004020202020204" pitchFamily="34" charset="0"/>
            </a:endParaRPr>
          </a:p>
        </p:txBody>
      </p:sp>
      <p:pic>
        <p:nvPicPr>
          <p:cNvPr id="8" name="Imagem 7" descr="Texto&#10;&#10;O conteúdo gerado por IA pode estar incorreto.">
            <a:extLst>
              <a:ext uri="{FF2B5EF4-FFF2-40B4-BE49-F238E27FC236}">
                <a16:creationId xmlns:a16="http://schemas.microsoft.com/office/drawing/2014/main" id="{95013118-8DA7-4173-28B9-3EC53D536980}"/>
              </a:ext>
            </a:extLst>
          </p:cNvPr>
          <p:cNvPicPr>
            <a:picLocks noChangeAspect="1"/>
          </p:cNvPicPr>
          <p:nvPr/>
        </p:nvPicPr>
        <p:blipFill>
          <a:blip r:embed="rId3"/>
          <a:stretch>
            <a:fillRect/>
          </a:stretch>
        </p:blipFill>
        <p:spPr>
          <a:xfrm>
            <a:off x="3440906" y="1785261"/>
            <a:ext cx="5310188" cy="3599243"/>
          </a:xfrm>
          <a:prstGeom prst="rect">
            <a:avLst/>
          </a:prstGeom>
          <a:ln>
            <a:noFill/>
          </a:ln>
          <a:effectLst>
            <a:outerShdw blurRad="190500" algn="tl" rotWithShape="0">
              <a:srgbClr val="000000">
                <a:alpha val="70000"/>
              </a:srgbClr>
            </a:outerShdw>
          </a:effectLst>
        </p:spPr>
      </p:pic>
      <p:sp>
        <p:nvSpPr>
          <p:cNvPr id="11" name="CaixaDeTexto 10">
            <a:extLst>
              <a:ext uri="{FF2B5EF4-FFF2-40B4-BE49-F238E27FC236}">
                <a16:creationId xmlns:a16="http://schemas.microsoft.com/office/drawing/2014/main" id="{89AF7641-E64A-5642-01B3-96CA0672FF76}"/>
              </a:ext>
            </a:extLst>
          </p:cNvPr>
          <p:cNvSpPr txBox="1"/>
          <p:nvPr/>
        </p:nvSpPr>
        <p:spPr>
          <a:xfrm>
            <a:off x="4440185" y="1304972"/>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Entrada do Receptor</a:t>
            </a:r>
          </a:p>
        </p:txBody>
      </p:sp>
    </p:spTree>
    <p:extLst>
      <p:ext uri="{BB962C8B-B14F-4D97-AF65-F5344CB8AC3E}">
        <p14:creationId xmlns:p14="http://schemas.microsoft.com/office/powerpoint/2010/main" val="232918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130481F7-474C-8B4F-6154-96FD8D83672C}"/>
              </a:ext>
            </a:extLst>
          </p:cNvPr>
          <p:cNvSpPr/>
          <p:nvPr/>
        </p:nvSpPr>
        <p:spPr>
          <a:xfrm>
            <a:off x="-1134894" y="1047181"/>
            <a:ext cx="3408988"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aixaDeTexto 4">
            <a:extLst>
              <a:ext uri="{FF2B5EF4-FFF2-40B4-BE49-F238E27FC236}">
                <a16:creationId xmlns:a16="http://schemas.microsoft.com/office/drawing/2014/main" id="{419FB318-8A89-B72E-42C8-F39DC9BF3E2D}"/>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Driver</a:t>
            </a:r>
            <a:endParaRPr lang="pt-BR" sz="4000" b="1" noProof="0" dirty="0">
              <a:solidFill>
                <a:schemeClr val="tx1">
                  <a:lumMod val="75000"/>
                  <a:lumOff val="25000"/>
                </a:schemeClr>
              </a:solidFill>
              <a:latin typeface="Aptos" panose="020B0004020202020204" pitchFamily="34" charset="0"/>
            </a:endParaRPr>
          </a:p>
        </p:txBody>
      </p:sp>
      <p:pic>
        <p:nvPicPr>
          <p:cNvPr id="6" name="Google Shape;70;p2" descr="Tela de celular com foto de homem e texto&#10;&#10;O conteúdo gerado por IA pode estar incorreto.">
            <a:extLst>
              <a:ext uri="{FF2B5EF4-FFF2-40B4-BE49-F238E27FC236}">
                <a16:creationId xmlns:a16="http://schemas.microsoft.com/office/drawing/2014/main" id="{516074FE-70BC-DA00-DAEC-1F83B094AE72}"/>
              </a:ext>
            </a:extLst>
          </p:cNvPr>
          <p:cNvPicPr preferRelativeResize="0"/>
          <p:nvPr/>
        </p:nvPicPr>
        <p:blipFill rotWithShape="1">
          <a:blip r:embed="rId4">
            <a:alphaModFix/>
          </a:blip>
          <a:srcRect l="6795" t="4154" r="3429" b="2701"/>
          <a:stretch/>
        </p:blipFill>
        <p:spPr>
          <a:xfrm>
            <a:off x="11252287"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CaixaDeTexto 1">
            <a:extLst>
              <a:ext uri="{FF2B5EF4-FFF2-40B4-BE49-F238E27FC236}">
                <a16:creationId xmlns:a16="http://schemas.microsoft.com/office/drawing/2014/main" id="{8CC47A1C-7B57-4DA5-036E-AF4F462B4DA6}"/>
              </a:ext>
            </a:extLst>
          </p:cNvPr>
          <p:cNvSpPr txBox="1"/>
          <p:nvPr/>
        </p:nvSpPr>
        <p:spPr>
          <a:xfrm>
            <a:off x="2341599" y="4548043"/>
            <a:ext cx="3053156"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Tarefas concluídas:</a:t>
            </a:r>
          </a:p>
        </p:txBody>
      </p:sp>
      <p:sp>
        <p:nvSpPr>
          <p:cNvPr id="3" name="CaixaDeTexto 2">
            <a:extLst>
              <a:ext uri="{FF2B5EF4-FFF2-40B4-BE49-F238E27FC236}">
                <a16:creationId xmlns:a16="http://schemas.microsoft.com/office/drawing/2014/main" id="{47C9274D-E5CF-6ACE-762F-D585C6EB676E}"/>
              </a:ext>
            </a:extLst>
          </p:cNvPr>
          <p:cNvSpPr txBox="1"/>
          <p:nvPr/>
        </p:nvSpPr>
        <p:spPr>
          <a:xfrm>
            <a:off x="2341600" y="4889667"/>
            <a:ext cx="3053156" cy="646331"/>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Criação do Driver Linux</a:t>
            </a:r>
          </a:p>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Integração do driver na HAL</a:t>
            </a:r>
          </a:p>
        </p:txBody>
      </p:sp>
      <p:sp>
        <p:nvSpPr>
          <p:cNvPr id="7" name="CaixaDeTexto 6">
            <a:extLst>
              <a:ext uri="{FF2B5EF4-FFF2-40B4-BE49-F238E27FC236}">
                <a16:creationId xmlns:a16="http://schemas.microsoft.com/office/drawing/2014/main" id="{10A33477-6AF5-960A-3BCC-EA62895BEEE6}"/>
              </a:ext>
            </a:extLst>
          </p:cNvPr>
          <p:cNvSpPr txBox="1"/>
          <p:nvPr/>
        </p:nvSpPr>
        <p:spPr>
          <a:xfrm>
            <a:off x="5844944" y="4568233"/>
            <a:ext cx="3691811"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Problemas enfrentados:</a:t>
            </a:r>
          </a:p>
        </p:txBody>
      </p:sp>
      <p:sp>
        <p:nvSpPr>
          <p:cNvPr id="9" name="CaixaDeTexto 8">
            <a:extLst>
              <a:ext uri="{FF2B5EF4-FFF2-40B4-BE49-F238E27FC236}">
                <a16:creationId xmlns:a16="http://schemas.microsoft.com/office/drawing/2014/main" id="{89F7473C-F2FA-ECC4-F671-71EFC40BFC4F}"/>
              </a:ext>
            </a:extLst>
          </p:cNvPr>
          <p:cNvSpPr txBox="1"/>
          <p:nvPr/>
        </p:nvSpPr>
        <p:spPr>
          <a:xfrm>
            <a:off x="5844945" y="4909857"/>
            <a:ext cx="3691811" cy="923330"/>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Protocolo NEC</a:t>
            </a:r>
          </a:p>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Integração com o hardware</a:t>
            </a:r>
          </a:p>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Emissão de </a:t>
            </a:r>
            <a:r>
              <a:rPr lang="pt-BR" noProof="0" dirty="0" err="1">
                <a:solidFill>
                  <a:schemeClr val="tx1">
                    <a:lumMod val="75000"/>
                    <a:lumOff val="25000"/>
                  </a:schemeClr>
                </a:solidFill>
                <a:latin typeface="Aptos" panose="020B0004020202020204" pitchFamily="34" charset="0"/>
              </a:rPr>
              <a:t>dad</a:t>
            </a:r>
            <a:r>
              <a:rPr lang="pt-BR" dirty="0">
                <a:solidFill>
                  <a:schemeClr val="tx1">
                    <a:lumMod val="75000"/>
                    <a:lumOff val="25000"/>
                  </a:schemeClr>
                </a:solidFill>
                <a:latin typeface="Aptos" panose="020B0004020202020204" pitchFamily="34" charset="0"/>
              </a:rPr>
              <a:t>os RAW</a:t>
            </a:r>
            <a:endParaRPr lang="pt-BR" noProof="0" dirty="0">
              <a:solidFill>
                <a:schemeClr val="tx1">
                  <a:lumMod val="75000"/>
                  <a:lumOff val="25000"/>
                </a:schemeClr>
              </a:solidFill>
              <a:latin typeface="Aptos" panose="020B0004020202020204" pitchFamily="34" charset="0"/>
            </a:endParaRPr>
          </a:p>
        </p:txBody>
      </p:sp>
      <p:pic>
        <p:nvPicPr>
          <p:cNvPr id="11" name="Imagem 10">
            <a:extLst>
              <a:ext uri="{FF2B5EF4-FFF2-40B4-BE49-F238E27FC236}">
                <a16:creationId xmlns:a16="http://schemas.microsoft.com/office/drawing/2014/main" id="{CC366CDA-48A9-334B-06D5-70BF120D17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28307" y="2365967"/>
            <a:ext cx="4723980" cy="834569"/>
          </a:xfrm>
          <a:prstGeom prst="rect">
            <a:avLst/>
          </a:prstGeom>
          <a:ln>
            <a:noFill/>
          </a:ln>
          <a:effectLst>
            <a:outerShdw blurRad="292100" dist="139700" dir="2700000" algn="tl" rotWithShape="0">
              <a:srgbClr val="333333">
                <a:alpha val="65000"/>
              </a:srgbClr>
            </a:outerShdw>
          </a:effectLst>
        </p:spPr>
      </p:pic>
      <p:pic>
        <p:nvPicPr>
          <p:cNvPr id="12" name="15-01-26_teste_de_emissao">
            <a:hlinkClick r:id="" action="ppaction://media"/>
            <a:extLst>
              <a:ext uri="{FF2B5EF4-FFF2-40B4-BE49-F238E27FC236}">
                <a16:creationId xmlns:a16="http://schemas.microsoft.com/office/drawing/2014/main" id="{880C4982-BE53-3D08-0DCC-26B1DED5139B}"/>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939713" y="1315928"/>
            <a:ext cx="5354074" cy="3011667"/>
          </a:xfrm>
          <a:prstGeom prst="rect">
            <a:avLst/>
          </a:prstGeom>
        </p:spPr>
      </p:pic>
    </p:spTree>
    <p:extLst>
      <p:ext uri="{BB962C8B-B14F-4D97-AF65-F5344CB8AC3E}">
        <p14:creationId xmlns:p14="http://schemas.microsoft.com/office/powerpoint/2010/main" val="2192062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467"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0A2004C1-12A3-A5B3-7313-4CC9DB412A63}"/>
              </a:ext>
            </a:extLst>
          </p:cNvPr>
          <p:cNvSpPr/>
          <p:nvPr/>
        </p:nvSpPr>
        <p:spPr>
          <a:xfrm>
            <a:off x="-1601620" y="1047181"/>
            <a:ext cx="3418513"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aixaDeTexto 4">
            <a:extLst>
              <a:ext uri="{FF2B5EF4-FFF2-40B4-BE49-F238E27FC236}">
                <a16:creationId xmlns:a16="http://schemas.microsoft.com/office/drawing/2014/main" id="{1A1937EB-1BE0-90DE-1AA1-F9BD0D416875}"/>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HAL</a:t>
            </a:r>
            <a:endParaRPr lang="pt-BR" sz="4000" b="1" noProof="0" dirty="0">
              <a:solidFill>
                <a:schemeClr val="tx1">
                  <a:lumMod val="75000"/>
                  <a:lumOff val="25000"/>
                </a:schemeClr>
              </a:solidFill>
              <a:latin typeface="Aptos" panose="020B0004020202020204" pitchFamily="34" charset="0"/>
            </a:endParaRPr>
          </a:p>
        </p:txBody>
      </p:sp>
      <p:pic>
        <p:nvPicPr>
          <p:cNvPr id="6" name="Google Shape;70;p2" descr="Tela de celular com foto de homem e texto&#10;&#10;O conteúdo gerado por IA pode estar incorreto.">
            <a:extLst>
              <a:ext uri="{FF2B5EF4-FFF2-40B4-BE49-F238E27FC236}">
                <a16:creationId xmlns:a16="http://schemas.microsoft.com/office/drawing/2014/main" id="{384113CF-6EA2-6FED-CFC4-D2F0E23D29FD}"/>
              </a:ext>
            </a:extLst>
          </p:cNvPr>
          <p:cNvPicPr preferRelativeResize="0"/>
          <p:nvPr/>
        </p:nvPicPr>
        <p:blipFill rotWithShape="1">
          <a:blip r:embed="rId2">
            <a:alphaModFix/>
          </a:blip>
          <a:srcRect l="6795" t="4154" r="3429" b="2701"/>
          <a:stretch/>
        </p:blipFill>
        <p:spPr>
          <a:xfrm>
            <a:off x="11245483"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Imagem 2">
            <a:extLst>
              <a:ext uri="{FF2B5EF4-FFF2-40B4-BE49-F238E27FC236}">
                <a16:creationId xmlns:a16="http://schemas.microsoft.com/office/drawing/2014/main" id="{5611F8CB-9625-6663-28B5-4887E8DF80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641" y="2815273"/>
            <a:ext cx="7348040" cy="1236680"/>
          </a:xfrm>
          <a:prstGeom prst="rect">
            <a:avLst/>
          </a:prstGeom>
          <a:ln>
            <a:noFill/>
          </a:ln>
          <a:effectLst>
            <a:outerShdw blurRad="292100" dist="139700" dir="2700000" algn="tl" rotWithShape="0">
              <a:srgbClr val="333333">
                <a:alpha val="65000"/>
              </a:srgbClr>
            </a:outerShdw>
          </a:effectLst>
        </p:spPr>
      </p:pic>
      <p:sp>
        <p:nvSpPr>
          <p:cNvPr id="9" name="CaixaDeTexto 8">
            <a:extLst>
              <a:ext uri="{FF2B5EF4-FFF2-40B4-BE49-F238E27FC236}">
                <a16:creationId xmlns:a16="http://schemas.microsoft.com/office/drawing/2014/main" id="{9862DC19-BD9B-0E1D-04DE-7F8497A7AF89}"/>
              </a:ext>
            </a:extLst>
          </p:cNvPr>
          <p:cNvSpPr txBox="1"/>
          <p:nvPr/>
        </p:nvSpPr>
        <p:spPr>
          <a:xfrm>
            <a:off x="1341562" y="4548043"/>
            <a:ext cx="4113560"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Tarefas concluídas:</a:t>
            </a:r>
          </a:p>
        </p:txBody>
      </p:sp>
      <p:sp>
        <p:nvSpPr>
          <p:cNvPr id="10" name="CaixaDeTexto 9">
            <a:extLst>
              <a:ext uri="{FF2B5EF4-FFF2-40B4-BE49-F238E27FC236}">
                <a16:creationId xmlns:a16="http://schemas.microsoft.com/office/drawing/2014/main" id="{4F1A94F6-23AE-F0E6-8DEC-806646C97DF4}"/>
              </a:ext>
            </a:extLst>
          </p:cNvPr>
          <p:cNvSpPr txBox="1"/>
          <p:nvPr/>
        </p:nvSpPr>
        <p:spPr>
          <a:xfrm>
            <a:off x="1341562" y="4889667"/>
            <a:ext cx="4244189" cy="369332"/>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Integração da HAL adaptada no Kernel</a:t>
            </a:r>
          </a:p>
        </p:txBody>
      </p:sp>
      <p:sp>
        <p:nvSpPr>
          <p:cNvPr id="11" name="CaixaDeTexto 10">
            <a:extLst>
              <a:ext uri="{FF2B5EF4-FFF2-40B4-BE49-F238E27FC236}">
                <a16:creationId xmlns:a16="http://schemas.microsoft.com/office/drawing/2014/main" id="{0C70E493-AD2C-1531-9C6E-C694408037C6}"/>
              </a:ext>
            </a:extLst>
          </p:cNvPr>
          <p:cNvSpPr txBox="1"/>
          <p:nvPr/>
        </p:nvSpPr>
        <p:spPr>
          <a:xfrm>
            <a:off x="5844944" y="4568233"/>
            <a:ext cx="3691811"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Problemas enfrentados:</a:t>
            </a:r>
          </a:p>
        </p:txBody>
      </p:sp>
      <p:sp>
        <p:nvSpPr>
          <p:cNvPr id="12" name="CaixaDeTexto 11">
            <a:extLst>
              <a:ext uri="{FF2B5EF4-FFF2-40B4-BE49-F238E27FC236}">
                <a16:creationId xmlns:a16="http://schemas.microsoft.com/office/drawing/2014/main" id="{DFC03040-BF91-7B5C-2F13-699145279850}"/>
              </a:ext>
            </a:extLst>
          </p:cNvPr>
          <p:cNvSpPr txBox="1"/>
          <p:nvPr/>
        </p:nvSpPr>
        <p:spPr>
          <a:xfrm>
            <a:off x="5844945" y="4909857"/>
            <a:ext cx="3691811" cy="369332"/>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Ainda em testes no emulador</a:t>
            </a:r>
            <a:endParaRPr lang="pt-BR" noProof="0" dirty="0">
              <a:solidFill>
                <a:schemeClr val="tx1">
                  <a:lumMod val="75000"/>
                  <a:lumOff val="25000"/>
                </a:schemeClr>
              </a:solidFill>
              <a:latin typeface="Aptos" panose="020B0004020202020204" pitchFamily="34" charset="0"/>
            </a:endParaRPr>
          </a:p>
        </p:txBody>
      </p:sp>
      <p:sp>
        <p:nvSpPr>
          <p:cNvPr id="14" name="CaixaDeTexto 13">
            <a:extLst>
              <a:ext uri="{FF2B5EF4-FFF2-40B4-BE49-F238E27FC236}">
                <a16:creationId xmlns:a16="http://schemas.microsoft.com/office/drawing/2014/main" id="{B3C61743-928B-B622-2F7E-39DD99718D18}"/>
              </a:ext>
            </a:extLst>
          </p:cNvPr>
          <p:cNvSpPr txBox="1"/>
          <p:nvPr/>
        </p:nvSpPr>
        <p:spPr>
          <a:xfrm>
            <a:off x="8019092" y="2747401"/>
            <a:ext cx="3691811" cy="1446550"/>
          </a:xfrm>
          <a:prstGeom prst="rect">
            <a:avLst/>
          </a:prstGeom>
          <a:solidFill>
            <a:schemeClr val="tx1"/>
          </a:solidFill>
        </p:spPr>
        <p:txBody>
          <a:bodyPr wrap="square" rtlCol="0">
            <a:spAutoFit/>
          </a:bodyPr>
          <a:lstStyle/>
          <a:p>
            <a:pPr algn="ctr"/>
            <a:r>
              <a:rPr lang="en-US" sz="1100" dirty="0">
                <a:solidFill>
                  <a:schemeClr val="bg1"/>
                </a:solidFill>
                <a:latin typeface="Consolas" panose="020B0609020204030204" pitchFamily="49" charset="0"/>
              </a:rPr>
              <a:t>echo "SEND 38 9000 4500 600 500 600 550 600 500 600 550 600 500 600 550 600 550 550 550 600 1650 550 1650 600 1650 550 1650 600 550 600 1600 600 1650 600 1600 600 1650 600 1650 550 550 600 550 550 550 600 550 600 500 600 550 600 500 600 550 600 1600 600 1650 600 1600 600 1650 600 1650 550 1650 600" &gt; /sys/class/infrared/</a:t>
            </a:r>
            <a:r>
              <a:rPr lang="en-US" sz="1100" dirty="0" err="1">
                <a:solidFill>
                  <a:schemeClr val="bg1"/>
                </a:solidFill>
                <a:latin typeface="Consolas" panose="020B0609020204030204" pitchFamily="49" charset="0"/>
              </a:rPr>
              <a:t>ir_module</a:t>
            </a:r>
            <a:r>
              <a:rPr lang="en-US" sz="1100" dirty="0">
                <a:solidFill>
                  <a:schemeClr val="bg1"/>
                </a:solidFill>
                <a:latin typeface="Consolas" panose="020B0609020204030204" pitchFamily="49" charset="0"/>
              </a:rPr>
              <a:t>/transmit</a:t>
            </a:r>
          </a:p>
        </p:txBody>
      </p:sp>
      <p:sp>
        <p:nvSpPr>
          <p:cNvPr id="16" name="CaixaDeTexto 15">
            <a:extLst>
              <a:ext uri="{FF2B5EF4-FFF2-40B4-BE49-F238E27FC236}">
                <a16:creationId xmlns:a16="http://schemas.microsoft.com/office/drawing/2014/main" id="{D412F81B-78B1-2C06-A932-7AE5867544AC}"/>
              </a:ext>
            </a:extLst>
          </p:cNvPr>
          <p:cNvSpPr txBox="1"/>
          <p:nvPr/>
        </p:nvSpPr>
        <p:spPr>
          <a:xfrm>
            <a:off x="533749" y="1705565"/>
            <a:ext cx="11124502" cy="338554"/>
          </a:xfrm>
          <a:prstGeom prst="rect">
            <a:avLst/>
          </a:prstGeom>
          <a:noFill/>
        </p:spPr>
        <p:txBody>
          <a:bodyPr wrap="square">
            <a:spAutoFit/>
          </a:bodyPr>
          <a:lstStyle/>
          <a:p>
            <a:pPr algn="ctr">
              <a:buNone/>
            </a:pPr>
            <a:r>
              <a:rPr lang="en-US" sz="1600" b="0" dirty="0">
                <a:solidFill>
                  <a:srgbClr val="CCCCCC"/>
                </a:solidFill>
                <a:effectLst/>
                <a:latin typeface="Consolas" panose="020B0609020204030204" pitchFamily="49" charset="0"/>
                <a:hlinkClick r:id="rId4"/>
              </a:rPr>
              <a:t> https://cs.android.com/android/platform/superproject/main/+/main:hardware/interfaces/ir/aidl/</a:t>
            </a:r>
            <a:endParaRPr lang="en-US" sz="1600" b="0" dirty="0">
              <a:solidFill>
                <a:srgbClr val="CCCCCC"/>
              </a:solidFill>
              <a:effectLst/>
              <a:latin typeface="Consolas" panose="020B0609020204030204" pitchFamily="49" charset="0"/>
            </a:endParaRPr>
          </a:p>
        </p:txBody>
      </p:sp>
      <p:sp>
        <p:nvSpPr>
          <p:cNvPr id="17" name="CaixaDeTexto 16">
            <a:extLst>
              <a:ext uri="{FF2B5EF4-FFF2-40B4-BE49-F238E27FC236}">
                <a16:creationId xmlns:a16="http://schemas.microsoft.com/office/drawing/2014/main" id="{73FDAC0F-F00E-D07B-E8CE-3E8C3B54CD0A}"/>
              </a:ext>
            </a:extLst>
          </p:cNvPr>
          <p:cNvSpPr txBox="1"/>
          <p:nvPr/>
        </p:nvSpPr>
        <p:spPr>
          <a:xfrm>
            <a:off x="8209182" y="2371784"/>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Envio do Comando</a:t>
            </a:r>
          </a:p>
        </p:txBody>
      </p:sp>
      <p:sp>
        <p:nvSpPr>
          <p:cNvPr id="18" name="CaixaDeTexto 17">
            <a:extLst>
              <a:ext uri="{FF2B5EF4-FFF2-40B4-BE49-F238E27FC236}">
                <a16:creationId xmlns:a16="http://schemas.microsoft.com/office/drawing/2014/main" id="{F22930A8-6D33-353F-8FA1-7004D41D2705}"/>
              </a:ext>
            </a:extLst>
          </p:cNvPr>
          <p:cNvSpPr txBox="1"/>
          <p:nvPr/>
        </p:nvSpPr>
        <p:spPr>
          <a:xfrm>
            <a:off x="2544846" y="2438419"/>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HAL integrado no Kernel</a:t>
            </a:r>
          </a:p>
        </p:txBody>
      </p:sp>
      <p:sp>
        <p:nvSpPr>
          <p:cNvPr id="19" name="CaixaDeTexto 18">
            <a:extLst>
              <a:ext uri="{FF2B5EF4-FFF2-40B4-BE49-F238E27FC236}">
                <a16:creationId xmlns:a16="http://schemas.microsoft.com/office/drawing/2014/main" id="{AADE6062-662B-0DD2-5416-759B463F71E1}"/>
              </a:ext>
            </a:extLst>
          </p:cNvPr>
          <p:cNvSpPr txBox="1"/>
          <p:nvPr/>
        </p:nvSpPr>
        <p:spPr>
          <a:xfrm>
            <a:off x="4440185" y="1371289"/>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HAL nativa no Android Search</a:t>
            </a:r>
          </a:p>
        </p:txBody>
      </p:sp>
      <p:sp>
        <p:nvSpPr>
          <p:cNvPr id="20" name="Seta: para a Direita 19">
            <a:extLst>
              <a:ext uri="{FF2B5EF4-FFF2-40B4-BE49-F238E27FC236}">
                <a16:creationId xmlns:a16="http://schemas.microsoft.com/office/drawing/2014/main" id="{E97A9F8B-22CF-5921-F8C0-B7E8A0DC5205}"/>
              </a:ext>
            </a:extLst>
          </p:cNvPr>
          <p:cNvSpPr/>
          <p:nvPr/>
        </p:nvSpPr>
        <p:spPr>
          <a:xfrm>
            <a:off x="194316" y="3070289"/>
            <a:ext cx="357137" cy="121410"/>
          </a:xfrm>
          <a:prstGeom prst="rightArrow">
            <a:avLst/>
          </a:prstGeom>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4509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EBDEF91D-6AA3-B163-0417-D3A7FE4DFBD1}"/>
              </a:ext>
            </a:extLst>
          </p:cNvPr>
          <p:cNvSpPr/>
          <p:nvPr/>
        </p:nvSpPr>
        <p:spPr>
          <a:xfrm>
            <a:off x="-249069" y="1047181"/>
            <a:ext cx="341375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aixaDeTexto 6">
            <a:extLst>
              <a:ext uri="{FF2B5EF4-FFF2-40B4-BE49-F238E27FC236}">
                <a16:creationId xmlns:a16="http://schemas.microsoft.com/office/drawing/2014/main" id="{2C5EB229-513A-7527-F918-317DFB7E7F79}"/>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Aplicativo</a:t>
            </a:r>
            <a:endParaRPr lang="pt-BR" sz="4000" b="1" noProof="0" dirty="0">
              <a:solidFill>
                <a:schemeClr val="tx1">
                  <a:lumMod val="75000"/>
                  <a:lumOff val="25000"/>
                </a:schemeClr>
              </a:solidFill>
              <a:latin typeface="Aptos" panose="020B0004020202020204" pitchFamily="34" charset="0"/>
            </a:endParaRPr>
          </a:p>
        </p:txBody>
      </p:sp>
      <p:pic>
        <p:nvPicPr>
          <p:cNvPr id="12" name="Google Shape;72;p2" descr="Interface gráfica do usuário, Texto, Aplicativo&#10;&#10;O conteúdo gerado por IA pode estar incorreto.">
            <a:extLst>
              <a:ext uri="{FF2B5EF4-FFF2-40B4-BE49-F238E27FC236}">
                <a16:creationId xmlns:a16="http://schemas.microsoft.com/office/drawing/2014/main" id="{D1793198-EF1D-B295-3CA3-CA462E99FCA8}"/>
              </a:ext>
            </a:extLst>
          </p:cNvPr>
          <p:cNvPicPr preferRelativeResize="0"/>
          <p:nvPr/>
        </p:nvPicPr>
        <p:blipFill rotWithShape="1">
          <a:blip r:embed="rId2">
            <a:alphaModFix/>
          </a:blip>
          <a:srcRect l="4958" t="2436" r="2705" b="3490"/>
          <a:stretch/>
        </p:blipFill>
        <p:spPr>
          <a:xfrm>
            <a:off x="11245483" y="4754936"/>
            <a:ext cx="720080" cy="1086466"/>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Imagem 4">
            <a:extLst>
              <a:ext uri="{FF2B5EF4-FFF2-40B4-BE49-F238E27FC236}">
                <a16:creationId xmlns:a16="http://schemas.microsoft.com/office/drawing/2014/main" id="{84855B2F-589B-6B24-CD2E-37BA6B8BBA3D}"/>
              </a:ext>
            </a:extLst>
          </p:cNvPr>
          <p:cNvPicPr>
            <a:picLocks noChangeAspect="1"/>
          </p:cNvPicPr>
          <p:nvPr/>
        </p:nvPicPr>
        <p:blipFill>
          <a:blip r:embed="rId3">
            <a:extLst>
              <a:ext uri="{28A0092B-C50C-407E-A947-70E740481C1C}">
                <a14:useLocalDpi xmlns:a14="http://schemas.microsoft.com/office/drawing/2010/main" val="0"/>
              </a:ext>
            </a:extLst>
          </a:blip>
          <a:srcRect l="7768" t="2494" r="9361" b="2351"/>
          <a:stretch>
            <a:fillRect/>
          </a:stretch>
        </p:blipFill>
        <p:spPr>
          <a:xfrm>
            <a:off x="6191250" y="345672"/>
            <a:ext cx="2565918" cy="5495730"/>
          </a:xfrm>
          <a:prstGeom prst="roundRect">
            <a:avLst>
              <a:gd name="adj" fmla="val 8594"/>
            </a:avLst>
          </a:prstGeom>
          <a:solidFill>
            <a:srgbClr val="FFFFFF">
              <a:shade val="85000"/>
            </a:srgbClr>
          </a:solidFill>
          <a:ln>
            <a:noFill/>
          </a:ln>
          <a:effectLst/>
        </p:spPr>
      </p:pic>
      <p:sp>
        <p:nvSpPr>
          <p:cNvPr id="2" name="CaixaDeTexto 1">
            <a:extLst>
              <a:ext uri="{FF2B5EF4-FFF2-40B4-BE49-F238E27FC236}">
                <a16:creationId xmlns:a16="http://schemas.microsoft.com/office/drawing/2014/main" id="{9980BD8E-EDD8-84F0-DBAA-E5BFF84BF2BF}"/>
              </a:ext>
            </a:extLst>
          </p:cNvPr>
          <p:cNvSpPr txBox="1"/>
          <p:nvPr/>
        </p:nvSpPr>
        <p:spPr>
          <a:xfrm>
            <a:off x="746749" y="1411143"/>
            <a:ext cx="3053156"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Tarefas concluídas:</a:t>
            </a:r>
          </a:p>
        </p:txBody>
      </p:sp>
      <p:sp>
        <p:nvSpPr>
          <p:cNvPr id="3" name="CaixaDeTexto 2">
            <a:extLst>
              <a:ext uri="{FF2B5EF4-FFF2-40B4-BE49-F238E27FC236}">
                <a16:creationId xmlns:a16="http://schemas.microsoft.com/office/drawing/2014/main" id="{C9F652F5-BDAA-3E7D-BCFF-86D7EFBE7AD7}"/>
              </a:ext>
            </a:extLst>
          </p:cNvPr>
          <p:cNvSpPr txBox="1"/>
          <p:nvPr/>
        </p:nvSpPr>
        <p:spPr>
          <a:xfrm>
            <a:off x="746749" y="1752767"/>
            <a:ext cx="4982247" cy="646331"/>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Layout do aplicativo</a:t>
            </a:r>
          </a:p>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Criação da base do projeto no Android Studio </a:t>
            </a:r>
          </a:p>
        </p:txBody>
      </p:sp>
      <p:sp>
        <p:nvSpPr>
          <p:cNvPr id="4" name="CaixaDeTexto 3">
            <a:extLst>
              <a:ext uri="{FF2B5EF4-FFF2-40B4-BE49-F238E27FC236}">
                <a16:creationId xmlns:a16="http://schemas.microsoft.com/office/drawing/2014/main" id="{AC96AE58-2C98-65FD-4F67-08AC6BE00F3B}"/>
              </a:ext>
            </a:extLst>
          </p:cNvPr>
          <p:cNvSpPr txBox="1"/>
          <p:nvPr/>
        </p:nvSpPr>
        <p:spPr>
          <a:xfrm>
            <a:off x="746749" y="2656993"/>
            <a:ext cx="3691811"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Tarefas em progresso:</a:t>
            </a:r>
          </a:p>
        </p:txBody>
      </p:sp>
      <p:sp>
        <p:nvSpPr>
          <p:cNvPr id="8" name="CaixaDeTexto 7">
            <a:extLst>
              <a:ext uri="{FF2B5EF4-FFF2-40B4-BE49-F238E27FC236}">
                <a16:creationId xmlns:a16="http://schemas.microsoft.com/office/drawing/2014/main" id="{1171217C-3FC2-9318-8B9E-EB4AE0E494C6}"/>
              </a:ext>
            </a:extLst>
          </p:cNvPr>
          <p:cNvSpPr txBox="1"/>
          <p:nvPr/>
        </p:nvSpPr>
        <p:spPr>
          <a:xfrm>
            <a:off x="746750" y="2998617"/>
            <a:ext cx="4632970" cy="1754326"/>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Criar </a:t>
            </a:r>
            <a:r>
              <a:rPr lang="pt-BR" dirty="0" err="1">
                <a:solidFill>
                  <a:schemeClr val="tx1">
                    <a:lumMod val="75000"/>
                    <a:lumOff val="25000"/>
                  </a:schemeClr>
                </a:solidFill>
                <a:latin typeface="Aptos" panose="020B0004020202020204" pitchFamily="34" charset="0"/>
              </a:rPr>
              <a:t>wrapper</a:t>
            </a:r>
            <a:r>
              <a:rPr lang="pt-BR" dirty="0">
                <a:solidFill>
                  <a:schemeClr val="tx1">
                    <a:lumMod val="75000"/>
                    <a:lumOff val="25000"/>
                  </a:schemeClr>
                </a:solidFill>
                <a:latin typeface="Aptos" panose="020B0004020202020204" pitchFamily="34" charset="0"/>
              </a:rPr>
              <a:t> para envio de sinal IR</a:t>
            </a:r>
          </a:p>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Implementar verificação de emissor IR</a:t>
            </a:r>
          </a:p>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Testar aplica</a:t>
            </a:r>
            <a:r>
              <a:rPr lang="pt-BR" dirty="0" err="1">
                <a:solidFill>
                  <a:schemeClr val="tx1">
                    <a:lumMod val="75000"/>
                    <a:lumOff val="25000"/>
                  </a:schemeClr>
                </a:solidFill>
                <a:latin typeface="Aptos" panose="020B0004020202020204" pitchFamily="34" charset="0"/>
              </a:rPr>
              <a:t>ção</a:t>
            </a:r>
            <a:r>
              <a:rPr lang="pt-BR" dirty="0">
                <a:solidFill>
                  <a:schemeClr val="tx1">
                    <a:lumMod val="75000"/>
                    <a:lumOff val="25000"/>
                  </a:schemeClr>
                </a:solidFill>
                <a:latin typeface="Aptos" panose="020B0004020202020204" pitchFamily="34" charset="0"/>
              </a:rPr>
              <a:t> no emulador</a:t>
            </a:r>
          </a:p>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Criar estrutura de dados para comandos IR</a:t>
            </a:r>
          </a:p>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Integrar app ao build do AOSP</a:t>
            </a:r>
          </a:p>
          <a:p>
            <a:pPr marL="144000" indent="-144000">
              <a:buFont typeface="Arial" panose="020B0604020202020204" pitchFamily="34" charset="0"/>
              <a:buChar char="•"/>
            </a:pPr>
            <a:endParaRPr lang="pt-BR" noProof="0" dirty="0">
              <a:solidFill>
                <a:schemeClr val="tx1">
                  <a:lumMod val="75000"/>
                  <a:lumOff val="25000"/>
                </a:schemeClr>
              </a:solidFill>
              <a:latin typeface="Aptos" panose="020B0004020202020204" pitchFamily="34" charset="0"/>
            </a:endParaRPr>
          </a:p>
        </p:txBody>
      </p:sp>
      <p:pic>
        <p:nvPicPr>
          <p:cNvPr id="9" name="Imagem 8">
            <a:extLst>
              <a:ext uri="{FF2B5EF4-FFF2-40B4-BE49-F238E27FC236}">
                <a16:creationId xmlns:a16="http://schemas.microsoft.com/office/drawing/2014/main" id="{BCF0E6D2-ADC4-C949-606D-336C2CD4F6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53987" y="1485923"/>
            <a:ext cx="2111740" cy="205735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10" name="Google Shape;70;p2" descr="Tela de celular com foto de homem e texto&#10;&#10;O conteúdo gerado por IA pode estar incorreto.">
            <a:extLst>
              <a:ext uri="{FF2B5EF4-FFF2-40B4-BE49-F238E27FC236}">
                <a16:creationId xmlns:a16="http://schemas.microsoft.com/office/drawing/2014/main" id="{D42C6761-68BE-10A1-8E55-538572EFE0BB}"/>
              </a:ext>
            </a:extLst>
          </p:cNvPr>
          <p:cNvPicPr preferRelativeResize="0"/>
          <p:nvPr/>
        </p:nvPicPr>
        <p:blipFill rotWithShape="1">
          <a:blip r:embed="rId5">
            <a:alphaModFix/>
          </a:blip>
          <a:srcRect l="6795" t="4154" r="3429" b="2701"/>
          <a:stretch/>
        </p:blipFill>
        <p:spPr>
          <a:xfrm>
            <a:off x="11252287"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Google Shape;70;p2" descr="Tela de celular com foto de homem e texto&#10;&#10;O conteúdo gerado por IA pode estar incorreto.">
            <a:extLst>
              <a:ext uri="{FF2B5EF4-FFF2-40B4-BE49-F238E27FC236}">
                <a16:creationId xmlns:a16="http://schemas.microsoft.com/office/drawing/2014/main" id="{C15EE234-4B25-A1B0-A9FB-53535BF48A62}"/>
              </a:ext>
            </a:extLst>
          </p:cNvPr>
          <p:cNvPicPr preferRelativeResize="0"/>
          <p:nvPr/>
        </p:nvPicPr>
        <p:blipFill rotWithShape="1">
          <a:blip r:embed="rId5">
            <a:alphaModFix/>
          </a:blip>
          <a:srcRect l="6795" t="4154" r="3429" b="2701"/>
          <a:stretch/>
        </p:blipFill>
        <p:spPr>
          <a:xfrm>
            <a:off x="10428433" y="4752943"/>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69163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354B5-A8BA-18F2-3377-C1116B78FFA9}"/>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AD6F8B06-AC13-019E-F746-966923E08200}"/>
              </a:ext>
            </a:extLst>
          </p:cNvPr>
          <p:cNvSpPr/>
          <p:nvPr/>
        </p:nvSpPr>
        <p:spPr>
          <a:xfrm>
            <a:off x="-87145" y="1047181"/>
            <a:ext cx="3411369"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aixaDeTexto 6">
            <a:extLst>
              <a:ext uri="{FF2B5EF4-FFF2-40B4-BE49-F238E27FC236}">
                <a16:creationId xmlns:a16="http://schemas.microsoft.com/office/drawing/2014/main" id="{ABBF0FAE-8692-4B15-A914-D4D3338CBEC9}"/>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Integração</a:t>
            </a:r>
            <a:endParaRPr lang="pt-BR" sz="4000" b="1" noProof="0" dirty="0">
              <a:solidFill>
                <a:schemeClr val="tx1">
                  <a:lumMod val="75000"/>
                  <a:lumOff val="25000"/>
                </a:schemeClr>
              </a:solidFill>
              <a:latin typeface="Aptos" panose="020B0004020202020204" pitchFamily="34" charset="0"/>
            </a:endParaRPr>
          </a:p>
        </p:txBody>
      </p:sp>
      <p:pic>
        <p:nvPicPr>
          <p:cNvPr id="2" name="Google Shape;72;p2" descr="Interface gráfica do usuário, Texto, Aplicativo&#10;&#10;O conteúdo gerado por IA pode estar incorreto.">
            <a:extLst>
              <a:ext uri="{FF2B5EF4-FFF2-40B4-BE49-F238E27FC236}">
                <a16:creationId xmlns:a16="http://schemas.microsoft.com/office/drawing/2014/main" id="{7536E464-751C-1262-EC1C-747BB2DB3C09}"/>
              </a:ext>
            </a:extLst>
          </p:cNvPr>
          <p:cNvPicPr preferRelativeResize="0"/>
          <p:nvPr/>
        </p:nvPicPr>
        <p:blipFill rotWithShape="1">
          <a:blip r:embed="rId2">
            <a:alphaModFix/>
          </a:blip>
          <a:srcRect l="4958" t="2436" r="2705" b="3490"/>
          <a:stretch/>
        </p:blipFill>
        <p:spPr>
          <a:xfrm>
            <a:off x="11245483" y="4754936"/>
            <a:ext cx="720080" cy="1086466"/>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Google Shape;67;p2">
            <a:extLst>
              <a:ext uri="{FF2B5EF4-FFF2-40B4-BE49-F238E27FC236}">
                <a16:creationId xmlns:a16="http://schemas.microsoft.com/office/drawing/2014/main" id="{0432FBA9-CCD1-825A-0908-176AD130C901}"/>
              </a:ext>
            </a:extLst>
          </p:cNvPr>
          <p:cNvPicPr preferRelativeResize="0"/>
          <p:nvPr/>
        </p:nvPicPr>
        <p:blipFill rotWithShape="1">
          <a:blip r:embed="rId3">
            <a:alphaModFix/>
          </a:blip>
          <a:srcRect l="2638" t="1996" r="3119" b="2492"/>
          <a:stretch/>
        </p:blipFill>
        <p:spPr>
          <a:xfrm>
            <a:off x="10437133" y="4757444"/>
            <a:ext cx="720080" cy="108395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Google Shape;66;p2">
            <a:extLst>
              <a:ext uri="{FF2B5EF4-FFF2-40B4-BE49-F238E27FC236}">
                <a16:creationId xmlns:a16="http://schemas.microsoft.com/office/drawing/2014/main" id="{5DC17C48-F907-C932-BC4B-79C91909AE4B}"/>
              </a:ext>
            </a:extLst>
          </p:cNvPr>
          <p:cNvPicPr preferRelativeResize="0"/>
          <p:nvPr/>
        </p:nvPicPr>
        <p:blipFill>
          <a:blip r:embed="rId4">
            <a:alphaModFix/>
          </a:blip>
          <a:stretch>
            <a:fillRect/>
          </a:stretch>
        </p:blipFill>
        <p:spPr>
          <a:xfrm>
            <a:off x="9628783" y="4753886"/>
            <a:ext cx="720080" cy="1087515"/>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CaixaDeTexto 4">
            <a:extLst>
              <a:ext uri="{FF2B5EF4-FFF2-40B4-BE49-F238E27FC236}">
                <a16:creationId xmlns:a16="http://schemas.microsoft.com/office/drawing/2014/main" id="{02A641E2-80F6-A26B-2779-0F9BB91B9B85}"/>
              </a:ext>
            </a:extLst>
          </p:cNvPr>
          <p:cNvSpPr txBox="1"/>
          <p:nvPr/>
        </p:nvSpPr>
        <p:spPr>
          <a:xfrm>
            <a:off x="753173" y="1557193"/>
            <a:ext cx="4113560" cy="646331"/>
          </a:xfrm>
          <a:prstGeom prst="rect">
            <a:avLst/>
          </a:prstGeom>
          <a:noFill/>
        </p:spPr>
        <p:txBody>
          <a:bodyPr wrap="square" rtlCol="0">
            <a:spAutoFit/>
          </a:bodyPr>
          <a:lstStyle/>
          <a:p>
            <a:r>
              <a:rPr lang="pt-BR" sz="3600" b="1" noProof="0" dirty="0">
                <a:solidFill>
                  <a:srgbClr val="C00000"/>
                </a:solidFill>
                <a:latin typeface="Aptos" panose="020B0004020202020204" pitchFamily="34" charset="0"/>
              </a:rPr>
              <a:t>Próximos passos:</a:t>
            </a:r>
          </a:p>
        </p:txBody>
      </p:sp>
      <p:sp>
        <p:nvSpPr>
          <p:cNvPr id="8" name="CaixaDeTexto 7">
            <a:extLst>
              <a:ext uri="{FF2B5EF4-FFF2-40B4-BE49-F238E27FC236}">
                <a16:creationId xmlns:a16="http://schemas.microsoft.com/office/drawing/2014/main" id="{13107E66-184F-30D0-0542-A782F66AC289}"/>
              </a:ext>
            </a:extLst>
          </p:cNvPr>
          <p:cNvSpPr txBox="1"/>
          <p:nvPr/>
        </p:nvSpPr>
        <p:spPr>
          <a:xfrm>
            <a:off x="753174" y="2203524"/>
            <a:ext cx="10639110" cy="2062103"/>
          </a:xfrm>
          <a:prstGeom prst="rect">
            <a:avLst/>
          </a:prstGeom>
          <a:noFill/>
        </p:spPr>
        <p:txBody>
          <a:bodyPr wrap="square" numCol="1" spcCol="180000" rtlCol="0">
            <a:spAutoFit/>
          </a:bodyPr>
          <a:lstStyle/>
          <a:p>
            <a:pPr marL="457200" indent="-457200">
              <a:buFont typeface="Arial" panose="020B0604020202020204" pitchFamily="34" charset="0"/>
              <a:buChar char="•"/>
            </a:pPr>
            <a:r>
              <a:rPr lang="pt-BR" sz="3200" noProof="0" dirty="0">
                <a:solidFill>
                  <a:schemeClr val="tx1">
                    <a:lumMod val="75000"/>
                    <a:lumOff val="25000"/>
                  </a:schemeClr>
                </a:solidFill>
                <a:latin typeface="Aptos" panose="020B0004020202020204" pitchFamily="34" charset="0"/>
              </a:rPr>
              <a:t>Testes </a:t>
            </a:r>
            <a:r>
              <a:rPr lang="pt-BR" sz="3200" dirty="0">
                <a:solidFill>
                  <a:schemeClr val="tx1">
                    <a:lumMod val="75000"/>
                    <a:lumOff val="25000"/>
                  </a:schemeClr>
                </a:solidFill>
                <a:latin typeface="Aptos" panose="020B0004020202020204" pitchFamily="34" charset="0"/>
              </a:rPr>
              <a:t>e validação da HAL/Driver no emulador AOSP</a:t>
            </a:r>
          </a:p>
          <a:p>
            <a:pPr marL="457200" indent="-457200">
              <a:buFont typeface="Arial" panose="020B0604020202020204" pitchFamily="34" charset="0"/>
              <a:buChar char="•"/>
            </a:pPr>
            <a:r>
              <a:rPr lang="pt-BR" sz="3200" noProof="0" dirty="0">
                <a:solidFill>
                  <a:schemeClr val="tx1">
                    <a:lumMod val="75000"/>
                    <a:lumOff val="25000"/>
                  </a:schemeClr>
                </a:solidFill>
                <a:latin typeface="Aptos" panose="020B0004020202020204" pitchFamily="34" charset="0"/>
              </a:rPr>
              <a:t>Instalação do AOSP no Motorola G100</a:t>
            </a:r>
          </a:p>
          <a:p>
            <a:pPr marL="457200" indent="-457200">
              <a:buFont typeface="Arial" panose="020B0604020202020204" pitchFamily="34" charset="0"/>
              <a:buChar char="•"/>
            </a:pPr>
            <a:r>
              <a:rPr lang="pt-BR" sz="3200" noProof="0" dirty="0">
                <a:solidFill>
                  <a:schemeClr val="tx1">
                    <a:lumMod val="75000"/>
                    <a:lumOff val="25000"/>
                  </a:schemeClr>
                </a:solidFill>
                <a:latin typeface="Aptos" panose="020B0004020202020204" pitchFamily="34" charset="0"/>
              </a:rPr>
              <a:t>Integração do aplicativo com a HAL e testes no emulador</a:t>
            </a:r>
          </a:p>
          <a:p>
            <a:pPr marL="457200" indent="-457200">
              <a:buFont typeface="Arial" panose="020B0604020202020204" pitchFamily="34" charset="0"/>
              <a:buChar char="•"/>
            </a:pPr>
            <a:r>
              <a:rPr lang="pt-BR" sz="3200" dirty="0">
                <a:solidFill>
                  <a:schemeClr val="tx1">
                    <a:lumMod val="75000"/>
                    <a:lumOff val="25000"/>
                  </a:schemeClr>
                </a:solidFill>
                <a:latin typeface="Aptos" panose="020B0004020202020204" pitchFamily="34" charset="0"/>
              </a:rPr>
              <a:t>Testes e validação do dispositivo em funcionamento</a:t>
            </a:r>
            <a:endParaRPr lang="pt-BR" sz="3200"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4098268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EC9B4D72-16D3-FE4C-A5A7-CD73758599E7}"/>
              </a:ext>
            </a:extLst>
          </p:cNvPr>
          <p:cNvSpPr/>
          <p:nvPr/>
        </p:nvSpPr>
        <p:spPr>
          <a:xfrm>
            <a:off x="-100036" y="-219075"/>
            <a:ext cx="12392073" cy="72961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 name="Imagem 3">
            <a:extLst>
              <a:ext uri="{FF2B5EF4-FFF2-40B4-BE49-F238E27FC236}">
                <a16:creationId xmlns:a16="http://schemas.microsoft.com/office/drawing/2014/main" id="{7935436C-BD74-BDB5-1966-93D4FFC02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6299" y="5743575"/>
            <a:ext cx="3219402" cy="685800"/>
          </a:xfrm>
          <a:prstGeom prst="rect">
            <a:avLst/>
          </a:prstGeom>
        </p:spPr>
      </p:pic>
      <p:pic>
        <p:nvPicPr>
          <p:cNvPr id="7" name="Imagem 6">
            <a:extLst>
              <a:ext uri="{FF2B5EF4-FFF2-40B4-BE49-F238E27FC236}">
                <a16:creationId xmlns:a16="http://schemas.microsoft.com/office/drawing/2014/main" id="{9FE845FC-9159-A7A0-1164-85CFF41782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2774" y="-219075"/>
            <a:ext cx="9586452" cy="5350578"/>
          </a:xfrm>
          <a:prstGeom prst="rect">
            <a:avLst/>
          </a:prstGeom>
        </p:spPr>
      </p:pic>
      <p:sp>
        <p:nvSpPr>
          <p:cNvPr id="8" name="CaixaDeTexto 7">
            <a:extLst>
              <a:ext uri="{FF2B5EF4-FFF2-40B4-BE49-F238E27FC236}">
                <a16:creationId xmlns:a16="http://schemas.microsoft.com/office/drawing/2014/main" id="{76BE5D1F-F9A7-C2C1-0DDB-17FE5B208139}"/>
              </a:ext>
            </a:extLst>
          </p:cNvPr>
          <p:cNvSpPr txBox="1"/>
          <p:nvPr/>
        </p:nvSpPr>
        <p:spPr>
          <a:xfrm>
            <a:off x="2985300" y="4042073"/>
            <a:ext cx="6221400" cy="938719"/>
          </a:xfrm>
          <a:prstGeom prst="rect">
            <a:avLst/>
          </a:prstGeom>
          <a:noFill/>
        </p:spPr>
        <p:txBody>
          <a:bodyPr wrap="square" rtlCol="0">
            <a:spAutoFit/>
          </a:bodyPr>
          <a:lstStyle/>
          <a:p>
            <a:pPr algn="ctr"/>
            <a:r>
              <a:rPr lang="pt-BR" sz="5500" b="1" dirty="0">
                <a:solidFill>
                  <a:schemeClr val="bg2"/>
                </a:solidFill>
                <a:latin typeface="Aptos" panose="020B0004020202020204" pitchFamily="34" charset="0"/>
              </a:rPr>
              <a:t>Muito obrigado!</a:t>
            </a:r>
            <a:endParaRPr lang="pt-BR" sz="5500" b="1" noProof="0" dirty="0">
              <a:solidFill>
                <a:schemeClr val="bg2"/>
              </a:solidFill>
              <a:latin typeface="Aptos" panose="020B0004020202020204" pitchFamily="34" charset="0"/>
            </a:endParaRPr>
          </a:p>
        </p:txBody>
      </p:sp>
    </p:spTree>
    <p:extLst>
      <p:ext uri="{BB962C8B-B14F-4D97-AF65-F5344CB8AC3E}">
        <p14:creationId xmlns:p14="http://schemas.microsoft.com/office/powerpoint/2010/main" val="1681697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463</TotalTime>
  <Words>767</Words>
  <Application>Microsoft Office PowerPoint</Application>
  <PresentationFormat>Widescreen</PresentationFormat>
  <Paragraphs>175</Paragraphs>
  <Slides>16</Slides>
  <Notes>0</Notes>
  <HiddenSlides>0</HiddenSlides>
  <MMClips>1</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16</vt:i4>
      </vt:variant>
    </vt:vector>
  </HeadingPairs>
  <TitlesOfParts>
    <vt:vector size="23" baseType="lpstr">
      <vt:lpstr>Arial</vt:lpstr>
      <vt:lpstr>Aptos</vt:lpstr>
      <vt:lpstr>Calibri</vt:lpstr>
      <vt:lpstr>Ubuntu</vt:lpstr>
      <vt:lpstr>Calibri Light</vt:lpstr>
      <vt:lpstr>Consolas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Ayrton Araújo</dc:creator>
  <cp:lastModifiedBy>Ayrton Araújo</cp:lastModifiedBy>
  <cp:revision>243</cp:revision>
  <dcterms:created xsi:type="dcterms:W3CDTF">2026-01-28T16:52:50Z</dcterms:created>
  <dcterms:modified xsi:type="dcterms:W3CDTF">2026-02-26T02:42:49Z</dcterms:modified>
</cp:coreProperties>
</file>